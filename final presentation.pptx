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dp" ContentType="image/vnd.ms-photo"/>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9" r:id="rId3"/>
  </p:sldMasterIdLst>
  <p:notesMasterIdLst>
    <p:notesMasterId r:id="rId5"/>
  </p:notesMasterIdLst>
  <p:sldIdLst>
    <p:sldId id="16139189" r:id="rId4"/>
    <p:sldId id="16139190" r:id="rId6"/>
    <p:sldId id="16763129" r:id="rId7"/>
    <p:sldId id="4" r:id="rId8"/>
    <p:sldId id="5" r:id="rId9"/>
    <p:sldId id="6" r:id="rId10"/>
    <p:sldId id="7" r:id="rId11"/>
    <p:sldId id="9" r:id="rId12"/>
    <p:sldId id="10" r:id="rId13"/>
    <p:sldId id="11" r:id="rId14"/>
    <p:sldId id="12" r:id="rId15"/>
    <p:sldId id="14" r:id="rId16"/>
    <p:sldId id="16" r:id="rId17"/>
    <p:sldId id="29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594219E-B7F5-C94D-9427-A4A6C378CC68}">
          <p14:sldIdLst>
            <p14:sldId id="16139189"/>
            <p14:sldId id="16139190"/>
            <p14:sldId id="16763129"/>
            <p14:sldId id="4"/>
            <p14:sldId id="5"/>
            <p14:sldId id="6"/>
            <p14:sldId id="7"/>
            <p14:sldId id="9"/>
            <p14:sldId id="10"/>
            <p14:sldId id="11"/>
            <p14:sldId id="12"/>
            <p14:sldId id="14"/>
            <p14:sldId id="16"/>
            <p14:sldId id="297"/>
          </p14:sldIdLst>
        </p14:section>
        <p14:section name="Stash" id="{F8C75FD5-D111-A944-A09B-7A2C9F334EA8}">
          <p14:sldIdLst/>
        </p14:section>
      </p14:sectionLst>
    </p:ext>
    <p:ext uri="{EFAFB233-063F-42B5-8137-9DF3F51BA10A}">
      <p15:sldGuideLst xmlns:p15="http://schemas.microsoft.com/office/powerpoint/2012/main">
        <p15:guide id="2" pos="3820" userDrawn="1">
          <p15:clr>
            <a:srgbClr val="A4A3A4"/>
          </p15:clr>
        </p15:guide>
        <p15:guide id="3" pos="158" userDrawn="1">
          <p15:clr>
            <a:srgbClr val="A4A3A4"/>
          </p15:clr>
        </p15:guide>
        <p15:guide id="4" pos="1018" userDrawn="1">
          <p15:clr>
            <a:srgbClr val="A4A3A4"/>
          </p15:clr>
        </p15:guide>
        <p15:guide id="5" orient="horz"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546"/>
    <p:restoredTop sz="96058"/>
  </p:normalViewPr>
  <p:slideViewPr>
    <p:cSldViewPr snapToGrid="0" showGuides="1">
      <p:cViewPr>
        <p:scale>
          <a:sx n="121" d="100"/>
          <a:sy n="121" d="100"/>
        </p:scale>
        <p:origin x="688" y="488"/>
      </p:cViewPr>
      <p:guideLst>
        <p:guide pos="3820"/>
        <p:guide pos="158"/>
        <p:guide pos="1018"/>
        <p:guide orient="horz" pos="2160"/>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AEF9B9-D1FB-D54D-B888-F1FF3AF42F29}"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E21F19-E430-0246-A247-5D029B805CC5}"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90204" pitchFamily="34" charset="0"/>
              <a:buChar char="•"/>
            </a:pPr>
            <a:endParaRPr lang="en-AU"/>
          </a:p>
        </p:txBody>
      </p:sp>
      <p:sp>
        <p:nvSpPr>
          <p:cNvPr id="4" name="Slide Number Placeholder 3"/>
          <p:cNvSpPr>
            <a:spLocks noGrp="1"/>
          </p:cNvSpPr>
          <p:nvPr>
            <p:ph type="sldNum" sz="quarter" idx="5"/>
          </p:nvPr>
        </p:nvSpPr>
        <p:spPr/>
        <p:txBody>
          <a:bodyPr/>
          <a:lstStyle/>
          <a:p>
            <a:fld id="{B47365E4-7C8F-4652-91D7-7CB376D25124}"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58"/>
        <p:cNvGrpSpPr/>
        <p:nvPr/>
      </p:nvGrpSpPr>
      <p:grpSpPr>
        <a:xfrm>
          <a:off x="0" y="0"/>
          <a:ext cx="0" cy="0"/>
          <a:chOff x="0" y="0"/>
          <a:chExt cx="0" cy="0"/>
        </a:xfrm>
      </p:grpSpPr>
      <p:sp>
        <p:nvSpPr>
          <p:cNvPr id="559" name="Google Shape;55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0" name="Google Shape;56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80000"/>
              </a:lnSpc>
              <a:spcBef>
                <a:spcPts val="1000"/>
              </a:spcBef>
              <a:spcAft>
                <a:spcPts val="0"/>
              </a:spcAft>
              <a:buSzPts val="1300"/>
              <a:buFont typeface="Arial" panose="020B0604020202090204"/>
              <a:buNone/>
            </a:pPr>
            <a:endParaRPr sz="1000">
              <a:solidFill>
                <a:schemeClr val="dk1"/>
              </a:solidFill>
            </a:endParaRPr>
          </a:p>
        </p:txBody>
      </p:sp>
      <p:sp>
        <p:nvSpPr>
          <p:cNvPr id="561" name="Google Shape;56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panose="020B0604020202090204"/>
              <a:buNone/>
              <a:defRPr/>
            </a:pPr>
            <a:fld id="{00000000-1234-1234-1234-123412341234}" type="slidenum">
              <a:rPr kumimoji="0" lang="en-US" sz="1200" b="0" i="0" u="none" strike="noStrike" kern="0" cap="none" spc="0" normalizeH="0" baseline="0" noProof="0">
                <a:ln>
                  <a:noFill/>
                </a:ln>
                <a:solidFill>
                  <a:srgbClr val="000000"/>
                </a:solidFill>
                <a:effectLst/>
                <a:uLnTx/>
                <a:uFillTx/>
                <a:latin typeface="Arial" panose="020B0604020202090204"/>
                <a:ea typeface="Arial" panose="020B0604020202090204"/>
                <a:cs typeface="Arial" panose="020B0604020202090204"/>
                <a:sym typeface="Arial" panose="020B0604020202090204"/>
              </a:rPr>
            </a:fld>
            <a:endParaRPr kumimoji="0" sz="1200" b="0" i="0" u="none" strike="noStrike" kern="0" cap="none" spc="0" normalizeH="0" baseline="0" noProof="0">
              <a:ln>
                <a:noFill/>
              </a:ln>
              <a:solidFill>
                <a:srgbClr val="000000"/>
              </a:solidFill>
              <a:effectLst/>
              <a:uLnTx/>
              <a:uFillTx/>
              <a:latin typeface="Arial" panose="020B0604020202090204"/>
              <a:ea typeface="Arial" panose="020B0604020202090204"/>
              <a:cs typeface="Arial" panose="020B0604020202090204"/>
              <a:sym typeface="Arial" panose="020B06040202020902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rtl="0">
              <a:lnSpc>
                <a:spcPct val="100000"/>
              </a:lnSpc>
              <a:spcBef>
                <a:spcPts val="0"/>
              </a:spcBef>
              <a:spcAft>
                <a:spcPts val="0"/>
              </a:spcAft>
              <a:buSzPts val="1400"/>
              <a:buFont typeface="Arial" panose="020B0604020202090204"/>
              <a:buChar char="•"/>
            </a:pPr>
            <a:r>
              <a:rPr lang="zh-CN" altLang="en-US" dirty="0"/>
              <a:t>Good morning, everyone. Today, I am presenting my analysis of the 2023 CMS Open Payments data.</a:t>
            </a:r>
            <a:endParaRPr lang="zh-CN" altLang="en-US" dirty="0"/>
          </a:p>
          <a:p>
            <a:pPr marL="457200" marR="0" lvl="0" indent="-228600" algn="l" rtl="0">
              <a:lnSpc>
                <a:spcPct val="100000"/>
              </a:lnSpc>
              <a:spcBef>
                <a:spcPts val="0"/>
              </a:spcBef>
              <a:spcAft>
                <a:spcPts val="0"/>
              </a:spcAft>
              <a:buSzPts val="1400"/>
              <a:buFont typeface="Arial" panose="020B0604020202090204"/>
              <a:buChar char="•"/>
            </a:pPr>
            <a:endParaRPr lang="zh-CN" altLang="en-US" dirty="0"/>
          </a:p>
          <a:p>
            <a:pPr marL="457200" marR="0" lvl="0" indent="-228600" algn="l" rtl="0">
              <a:lnSpc>
                <a:spcPct val="100000"/>
              </a:lnSpc>
              <a:spcBef>
                <a:spcPts val="0"/>
              </a:spcBef>
              <a:spcAft>
                <a:spcPts val="0"/>
              </a:spcAft>
              <a:buSzPts val="1400"/>
              <a:buFont typeface="Arial" panose="020B0604020202090204"/>
              <a:buChar char="•"/>
            </a:pPr>
            <a:r>
              <a:rPr lang="zh-CN" altLang="en-US" dirty="0"/>
              <a:t>We begin with the Physician Payment Sunshine Act. This policy was a landmark intervention under the Affordable Care Act, designed to bring the financial relationships between the healthcare industry and medical providers into the light. The fundamental idea is simple: transparency should act as a safeguard against conflicts of interest.</a:t>
            </a:r>
            <a:endParaRPr lang="zh-CN" altLang="en-US" dirty="0"/>
          </a:p>
          <a:p>
            <a:pPr marL="457200" marR="0" lvl="0" indent="-228600" algn="l" rtl="0">
              <a:lnSpc>
                <a:spcPct val="100000"/>
              </a:lnSpc>
              <a:spcBef>
                <a:spcPts val="0"/>
              </a:spcBef>
              <a:spcAft>
                <a:spcPts val="0"/>
              </a:spcAft>
              <a:buSzPts val="1400"/>
              <a:buFont typeface="Arial" panose="020B0604020202090204"/>
              <a:buChar char="•"/>
            </a:pPr>
            <a:endParaRPr lang="zh-CN" altLang="en-US" dirty="0"/>
          </a:p>
          <a:p>
            <a:pPr marL="457200" marR="0" lvl="0" indent="-228600" algn="l" rtl="0">
              <a:lnSpc>
                <a:spcPct val="100000"/>
              </a:lnSpc>
              <a:spcBef>
                <a:spcPts val="0"/>
              </a:spcBef>
              <a:spcAft>
                <a:spcPts val="0"/>
              </a:spcAft>
              <a:buSzPts val="1400"/>
              <a:buFont typeface="Arial" panose="020B0604020202090204"/>
              <a:buChar char="•"/>
            </a:pPr>
            <a:r>
              <a:rPr lang="zh-CN" altLang="en-US" dirty="0"/>
              <a:t>However, there is a significant gap in our current understanding. Being transparent is not the same as being understood. While the CMS database tells us which doctors received money, it doesn't tell us the 'why' or the 'where' behind the distribution. This project aims to bridge that gap by analyzing whether industry funding is diffuse and routine, or concentrated in ways that suggest systemic policy relevance.</a:t>
            </a:r>
            <a:endParaRPr lang="zh-CN" alt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90204"/>
              <a:buNone/>
              <a:defRPr/>
            </a:pPr>
            <a:fld id="{5053FB84-F107-5140-B710-078A2BB88661}" type="slidenum">
              <a:rPr kumimoji="0" lang="en-US" sz="1400" b="0" i="0" u="none" strike="noStrike" kern="0" cap="none" spc="0" normalizeH="0" baseline="0" noProof="0" smtClean="0">
                <a:ln>
                  <a:noFill/>
                </a:ln>
                <a:solidFill>
                  <a:srgbClr val="000000"/>
                </a:solidFill>
                <a:effectLst/>
                <a:uLnTx/>
                <a:uFillTx/>
                <a:latin typeface="Arial" panose="020B0604020202090204"/>
                <a:cs typeface="Arial" panose="020B0604020202090204"/>
                <a:sym typeface="Arial" panose="020B0604020202090204"/>
              </a:rPr>
            </a:fld>
            <a:endParaRPr kumimoji="0" lang="en-US" sz="1400" b="0" i="0" u="none" strike="noStrike" kern="0" cap="none" spc="0" normalizeH="0" baseline="0" noProof="0">
              <a:ln>
                <a:noFill/>
              </a:ln>
              <a:solidFill>
                <a:srgbClr val="000000"/>
              </a:solidFill>
              <a:effectLst/>
              <a:uLnTx/>
              <a:uFillTx/>
              <a:latin typeface="Arial" panose="020B0604020202090204"/>
              <a:cs typeface="Arial" panose="020B0604020202090204"/>
              <a:sym typeface="Arial" panose="020B06040202020902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0" algn="l" rtl="0">
              <a:lnSpc>
                <a:spcPct val="100000"/>
              </a:lnSpc>
              <a:spcBef>
                <a:spcPts val="0"/>
              </a:spcBef>
              <a:spcAft>
                <a:spcPts val="0"/>
              </a:spcAft>
              <a:buSzPts val="1400"/>
              <a:buFont typeface="Arial" panose="020B0604020202090204"/>
              <a:buNone/>
            </a:pPr>
            <a:r>
              <a:rPr lang="zh-CN" altLang="en-US" dirty="0"/>
              <a:t>To understand these financial ties, we must recognize their diversity. These are not just lunch meetings. They range from small $15 meals to massive $1.19 billion royalty payments tied to intellectual property.</a:t>
            </a:r>
            <a:endParaRPr lang="zh-CN" altLang="en-US" dirty="0"/>
          </a:p>
          <a:p>
            <a:pPr marL="228600" marR="0" lvl="0" indent="0" algn="l" rtl="0">
              <a:lnSpc>
                <a:spcPct val="100000"/>
              </a:lnSpc>
              <a:spcBef>
                <a:spcPts val="0"/>
              </a:spcBef>
              <a:spcAft>
                <a:spcPts val="0"/>
              </a:spcAft>
              <a:buSzPts val="1400"/>
              <a:buFont typeface="Arial" panose="020B0604020202090204"/>
              <a:buNone/>
            </a:pPr>
            <a:endParaRPr lang="zh-CN" altLang="en-US" dirty="0"/>
          </a:p>
          <a:p>
            <a:pPr marL="228600" marR="0" lvl="0" indent="0" algn="l" rtl="0">
              <a:lnSpc>
                <a:spcPct val="100000"/>
              </a:lnSpc>
              <a:spcBef>
                <a:spcPts val="0"/>
              </a:spcBef>
              <a:spcAft>
                <a:spcPts val="0"/>
              </a:spcAft>
              <a:buSzPts val="1400"/>
              <a:buFont typeface="Arial" panose="020B0604020202090204"/>
              <a:buNone/>
            </a:pPr>
            <a:r>
              <a:rPr lang="zh-CN" altLang="en-US" dirty="0"/>
              <a:t>While industry collaboration is vital for medical innovation, it also creates hotspots for potential bias. Previous discussions often focus only on the total dollar amounts, which can be misleading.</a:t>
            </a:r>
            <a:endParaRPr lang="zh-CN" altLang="en-US" dirty="0"/>
          </a:p>
          <a:p>
            <a:pPr marL="228600" marR="0" lvl="0" indent="0" algn="l" rtl="0">
              <a:lnSpc>
                <a:spcPct val="100000"/>
              </a:lnSpc>
              <a:spcBef>
                <a:spcPts val="0"/>
              </a:spcBef>
              <a:spcAft>
                <a:spcPts val="0"/>
              </a:spcAft>
              <a:buSzPts val="1400"/>
              <a:buFont typeface="Arial" panose="020B0604020202090204"/>
              <a:buNone/>
            </a:pPr>
            <a:endParaRPr lang="zh-CN" altLang="en-US" dirty="0"/>
          </a:p>
          <a:p>
            <a:pPr marL="228600" marR="0" lvl="0" indent="0" algn="l" rtl="0">
              <a:lnSpc>
                <a:spcPct val="100000"/>
              </a:lnSpc>
              <a:spcBef>
                <a:spcPts val="0"/>
              </a:spcBef>
              <a:spcAft>
                <a:spcPts val="0"/>
              </a:spcAft>
              <a:buSzPts val="1400"/>
              <a:buFont typeface="Arial" panose="020B0604020202090204"/>
              <a:buNone/>
            </a:pPr>
            <a:r>
              <a:rPr lang="zh-CN" altLang="en-US" dirty="0"/>
              <a:t>In this study, I explore three critical dimensions that aggregate totals often hide:</a:t>
            </a:r>
            <a:endParaRPr lang="zh-CN" altLang="en-US" dirty="0"/>
          </a:p>
          <a:p>
            <a:pPr marL="228600" marR="0" lvl="0" indent="0" algn="l" rtl="0">
              <a:lnSpc>
                <a:spcPct val="100000"/>
              </a:lnSpc>
              <a:spcBef>
                <a:spcPts val="0"/>
              </a:spcBef>
              <a:spcAft>
                <a:spcPts val="0"/>
              </a:spcAft>
              <a:buSzPts val="1400"/>
              <a:buFont typeface="Arial" panose="020B0604020202090204"/>
              <a:buNone/>
            </a:pPr>
            <a:r>
              <a:rPr lang="zh-CN" altLang="en-US" dirty="0"/>
              <a:t>First, the Structural Disparity—why do certain specialties like Orthopaedics receive so much more than others? Second, the Financial Nature—are these payments for marketing or for innovation? And finally, the Economic Alignment—are these funds being distributed based on where patients live, or where the wealth is concentrated?</a:t>
            </a:r>
            <a:endParaRPr lang="zh-CN" alt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90204"/>
              <a:buNone/>
              <a:defRPr/>
            </a:pPr>
            <a:fld id="{5053FB84-F107-5140-B710-078A2BB88661}" type="slidenum">
              <a:rPr kumimoji="0" lang="en-US" sz="1400" b="0" i="0" u="none" strike="noStrike" kern="0" cap="none" spc="0" normalizeH="0" baseline="0" noProof="0" smtClean="0">
                <a:ln>
                  <a:noFill/>
                </a:ln>
                <a:solidFill>
                  <a:srgbClr val="000000"/>
                </a:solidFill>
                <a:effectLst/>
                <a:uLnTx/>
                <a:uFillTx/>
                <a:latin typeface="Arial" panose="020B0604020202090204"/>
                <a:cs typeface="Arial" panose="020B0604020202090204"/>
                <a:sym typeface="Arial" panose="020B0604020202090204"/>
              </a:rPr>
            </a:fld>
            <a:endParaRPr kumimoji="0" lang="en-US" sz="1400" b="0" i="0" u="none" strike="noStrike" kern="0" cap="none" spc="0" normalizeH="0" baseline="0" noProof="0">
              <a:ln>
                <a:noFill/>
              </a:ln>
              <a:solidFill>
                <a:srgbClr val="000000"/>
              </a:solidFill>
              <a:effectLst/>
              <a:uLnTx/>
              <a:uFillTx/>
              <a:latin typeface="Arial" panose="020B0604020202090204"/>
              <a:cs typeface="Arial" panose="020B0604020202090204"/>
              <a:sym typeface="Arial" panose="020B0604020202090204"/>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0" algn="l" rtl="0">
              <a:lnSpc>
                <a:spcPct val="100000"/>
              </a:lnSpc>
              <a:spcBef>
                <a:spcPts val="0"/>
              </a:spcBef>
              <a:spcAft>
                <a:spcPts val="0"/>
              </a:spcAft>
              <a:buSzPts val="1400"/>
              <a:buFont typeface="Arial" panose="020B0604020202090204"/>
              <a:buNone/>
            </a:pPr>
            <a:r>
              <a:rPr lang="zh-CN" altLang="en-US" dirty="0"/>
              <a:t>With the background established, this project focuses on three primary research questions designed to evaluate the 2023 landscape of industry influence. </a:t>
            </a:r>
            <a:endParaRPr lang="zh-CN" altLang="en-US" dirty="0"/>
          </a:p>
          <a:p>
            <a:pPr marL="228600" marR="0" lvl="0" indent="0" algn="l" rtl="0">
              <a:lnSpc>
                <a:spcPct val="100000"/>
              </a:lnSpc>
              <a:spcBef>
                <a:spcPts val="0"/>
              </a:spcBef>
              <a:spcAft>
                <a:spcPts val="0"/>
              </a:spcAft>
              <a:buSzPts val="1400"/>
              <a:buFont typeface="Arial" panose="020B0604020202090204"/>
              <a:buNone/>
            </a:pPr>
            <a:endParaRPr lang="zh-CN" altLang="en-US" dirty="0"/>
          </a:p>
          <a:p>
            <a:pPr marL="228600" marR="0" lvl="0" indent="0" algn="l" rtl="0">
              <a:lnSpc>
                <a:spcPct val="100000"/>
              </a:lnSpc>
              <a:spcBef>
                <a:spcPts val="0"/>
              </a:spcBef>
              <a:spcAft>
                <a:spcPts val="0"/>
              </a:spcAft>
              <a:buSzPts val="1400"/>
              <a:buFont typeface="Arial" panose="020B0604020202090204"/>
              <a:buNone/>
            </a:pPr>
            <a:r>
              <a:rPr lang="zh-CN" altLang="en-US" dirty="0"/>
              <a:t>First, we look at Structural Concentration. We aren't just looking at the total dollars; we are asking which clinical ecosystems—like Orthopaedics or Internal Medicine—receive the most funding, and whether that money comes from routine marketing or high-value intellectual property. </a:t>
            </a:r>
            <a:endParaRPr lang="zh-CN" altLang="en-US" dirty="0"/>
          </a:p>
          <a:p>
            <a:pPr marL="228600" marR="0" lvl="0" indent="0" algn="l" rtl="0">
              <a:lnSpc>
                <a:spcPct val="100000"/>
              </a:lnSpc>
              <a:spcBef>
                <a:spcPts val="0"/>
              </a:spcBef>
              <a:spcAft>
                <a:spcPts val="0"/>
              </a:spcAft>
              <a:buSzPts val="1400"/>
              <a:buFont typeface="Arial" panose="020B0604020202090204"/>
              <a:buNone/>
            </a:pPr>
            <a:endParaRPr lang="zh-CN" altLang="en-US" dirty="0"/>
          </a:p>
          <a:p>
            <a:pPr marL="228600" marR="0" lvl="0" indent="0" algn="l" rtl="0">
              <a:lnSpc>
                <a:spcPct val="100000"/>
              </a:lnSpc>
              <a:spcBef>
                <a:spcPts val="0"/>
              </a:spcBef>
              <a:spcAft>
                <a:spcPts val="0"/>
              </a:spcAft>
              <a:buSzPts val="1400"/>
              <a:buFont typeface="Arial" panose="020B0604020202090204"/>
              <a:buNone/>
            </a:pPr>
            <a:r>
              <a:rPr lang="zh-CN" altLang="en-US" dirty="0"/>
              <a:t>Second, we address Geographic Intensity. By normalizing payments by the number of households in each state, we can identify spatial clusters of industry funding that cannot be explained by population size alone. </a:t>
            </a:r>
            <a:endParaRPr lang="zh-CN" altLang="en-US" dirty="0"/>
          </a:p>
          <a:p>
            <a:pPr marL="228600" marR="0" lvl="0" indent="0" algn="l" rtl="0">
              <a:lnSpc>
                <a:spcPct val="100000"/>
              </a:lnSpc>
              <a:spcBef>
                <a:spcPts val="0"/>
              </a:spcBef>
              <a:spcAft>
                <a:spcPts val="0"/>
              </a:spcAft>
              <a:buSzPts val="1400"/>
              <a:buFont typeface="Arial" panose="020B0604020202090204"/>
              <a:buNone/>
            </a:pPr>
            <a:endParaRPr lang="zh-CN" altLang="en-US" dirty="0"/>
          </a:p>
          <a:p>
            <a:pPr marL="228600" marR="0" lvl="0" indent="0" algn="l" rtl="0">
              <a:lnSpc>
                <a:spcPct val="100000"/>
              </a:lnSpc>
              <a:spcBef>
                <a:spcPts val="0"/>
              </a:spcBef>
              <a:spcAft>
                <a:spcPts val="0"/>
              </a:spcAft>
              <a:buSzPts val="1400"/>
              <a:buFont typeface="Arial" panose="020B0604020202090204"/>
              <a:buNone/>
            </a:pPr>
            <a:r>
              <a:rPr lang="zh-CN" altLang="en-US" dirty="0"/>
              <a:t>Finally, we test for Socio-economic Alignment. We want to know if industry payments are 'wealth-aligned'—meaning, does the money systematically follow the richest states? This has significant implications for equity and the distribution of medical resources.</a:t>
            </a:r>
            <a:endParaRPr lang="zh-CN" alt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90204"/>
              <a:buNone/>
              <a:defRPr/>
            </a:pPr>
            <a:fld id="{5053FB84-F107-5140-B710-078A2BB88661}" type="slidenum">
              <a:rPr kumimoji="0" lang="en-US" sz="1400" b="0" i="0" u="none" strike="noStrike" kern="0" cap="none" spc="0" normalizeH="0" baseline="0" noProof="0" smtClean="0">
                <a:ln>
                  <a:noFill/>
                </a:ln>
                <a:solidFill>
                  <a:srgbClr val="000000"/>
                </a:solidFill>
                <a:effectLst/>
                <a:uLnTx/>
                <a:uFillTx/>
                <a:latin typeface="Arial" panose="020B0604020202090204"/>
                <a:cs typeface="Arial" panose="020B0604020202090204"/>
                <a:sym typeface="Arial" panose="020B0604020202090204"/>
              </a:rPr>
            </a:fld>
            <a:endParaRPr kumimoji="0" lang="en-US" sz="1400" b="0" i="0" u="none" strike="noStrike" kern="0" cap="none" spc="0" normalizeH="0" baseline="0" noProof="0">
              <a:ln>
                <a:noFill/>
              </a:ln>
              <a:solidFill>
                <a:srgbClr val="000000"/>
              </a:solidFill>
              <a:effectLst/>
              <a:uLnTx/>
              <a:uFillTx/>
              <a:latin typeface="Arial" panose="020B0604020202090204"/>
              <a:cs typeface="Arial" panose="020B0604020202090204"/>
              <a:sym typeface="Arial" panose="020B0604020202090204"/>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0" algn="l" rtl="0">
              <a:lnSpc>
                <a:spcPct val="100000"/>
              </a:lnSpc>
              <a:spcBef>
                <a:spcPts val="0"/>
              </a:spcBef>
              <a:spcAft>
                <a:spcPts val="0"/>
              </a:spcAft>
              <a:buSzPts val="1400"/>
              <a:buFont typeface="Arial" panose="020B0604020202090204"/>
              <a:buNone/>
            </a:pPr>
            <a:r>
              <a:rPr lang="zh-CN" altLang="en-US" dirty="0"/>
              <a:t>To answer these questions, I developed a technical pipeline to integrate two major data sources. </a:t>
            </a:r>
            <a:endParaRPr lang="zh-CN" altLang="en-US" dirty="0"/>
          </a:p>
          <a:p>
            <a:pPr marL="228600" marR="0" lvl="0" indent="0" algn="l" rtl="0">
              <a:lnSpc>
                <a:spcPct val="100000"/>
              </a:lnSpc>
              <a:spcBef>
                <a:spcPts val="0"/>
              </a:spcBef>
              <a:spcAft>
                <a:spcPts val="0"/>
              </a:spcAft>
              <a:buSzPts val="1400"/>
              <a:buFont typeface="Arial" panose="020B0604020202090204"/>
              <a:buNone/>
            </a:pPr>
            <a:endParaRPr lang="zh-CN" altLang="en-US" dirty="0"/>
          </a:p>
          <a:p>
            <a:pPr marL="228600" marR="0" lvl="0" indent="0" algn="l" rtl="0">
              <a:lnSpc>
                <a:spcPct val="100000"/>
              </a:lnSpc>
              <a:spcBef>
                <a:spcPts val="0"/>
              </a:spcBef>
              <a:spcAft>
                <a:spcPts val="0"/>
              </a:spcAft>
              <a:buSzPts val="1400"/>
              <a:buFont typeface="Arial" panose="020B0604020202090204"/>
              <a:buNone/>
            </a:pPr>
            <a:r>
              <a:rPr lang="zh-CN" altLang="en-US" dirty="0"/>
              <a:t>I began with the 2023 CMS Open Payments dataset, focusing specifically on General Payments.  However, raw payment data doesn't provide enough context for policy analysis. To solve this, I merged the CMS data with 2024 American Community Survey data. </a:t>
            </a:r>
            <a:endParaRPr lang="zh-CN" altLang="en-US" dirty="0"/>
          </a:p>
          <a:p>
            <a:pPr marL="228600" marR="0" lvl="0" indent="0" algn="l" rtl="0">
              <a:lnSpc>
                <a:spcPct val="100000"/>
              </a:lnSpc>
              <a:spcBef>
                <a:spcPts val="0"/>
              </a:spcBef>
              <a:spcAft>
                <a:spcPts val="0"/>
              </a:spcAft>
              <a:buSzPts val="1400"/>
              <a:buFont typeface="Arial" panose="020B0604020202090204"/>
              <a:buNone/>
            </a:pPr>
            <a:endParaRPr lang="zh-CN" altLang="en-US" dirty="0"/>
          </a:p>
          <a:p>
            <a:pPr marL="228600" marR="0" lvl="0" indent="0" algn="l" rtl="0">
              <a:lnSpc>
                <a:spcPct val="100000"/>
              </a:lnSpc>
              <a:spcBef>
                <a:spcPts val="0"/>
              </a:spcBef>
              <a:spcAft>
                <a:spcPts val="0"/>
              </a:spcAft>
              <a:buSzPts val="1400"/>
              <a:buFont typeface="Arial" panose="020B0604020202090204"/>
              <a:buNone/>
            </a:pPr>
            <a:r>
              <a:rPr lang="zh-CN" altLang="en-US" dirty="0"/>
              <a:t>The core of my methodology involves a metric I call 'Payment Intensity.' By dividing total state payments by the number of households, I created a normalized 'per-household' value that allows us to compare a small state like Massachusetts directly with a large state like California. Using Python, I cleaned these datasets and utilized geospatial tools to visualize the results you will see in the following slides.</a:t>
            </a:r>
            <a:endParaRPr lang="zh-CN" alt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90204"/>
              <a:buNone/>
              <a:defRPr/>
            </a:pPr>
            <a:fld id="{5053FB84-F107-5140-B710-078A2BB88661}" type="slidenum">
              <a:rPr kumimoji="0" lang="en-US" sz="1400" b="0" i="0" u="none" strike="noStrike" kern="0" cap="none" spc="0" normalizeH="0" baseline="0" noProof="0" smtClean="0">
                <a:ln>
                  <a:noFill/>
                </a:ln>
                <a:solidFill>
                  <a:srgbClr val="000000"/>
                </a:solidFill>
                <a:effectLst/>
                <a:uLnTx/>
                <a:uFillTx/>
                <a:latin typeface="Arial" panose="020B0604020202090204"/>
                <a:cs typeface="Arial" panose="020B0604020202090204"/>
                <a:sym typeface="Arial" panose="020B0604020202090204"/>
              </a:rPr>
            </a:fld>
            <a:endParaRPr kumimoji="0" lang="en-US" sz="1400" b="0" i="0" u="none" strike="noStrike" kern="0" cap="none" spc="0" normalizeH="0" baseline="0" noProof="0">
              <a:ln>
                <a:noFill/>
              </a:ln>
              <a:solidFill>
                <a:srgbClr val="000000"/>
              </a:solidFill>
              <a:effectLst/>
              <a:uLnTx/>
              <a:uFillTx/>
              <a:latin typeface="Arial" panose="020B0604020202090204"/>
              <a:cs typeface="Arial" panose="020B0604020202090204"/>
              <a:sym typeface="Arial" panose="020B0604020202090204"/>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0" algn="l" rtl="0">
              <a:lnSpc>
                <a:spcPct val="100000"/>
              </a:lnSpc>
              <a:spcBef>
                <a:spcPts val="0"/>
              </a:spcBef>
              <a:spcAft>
                <a:spcPts val="0"/>
              </a:spcAft>
              <a:buSzPts val="1400"/>
              <a:buFont typeface="Arial" panose="020B0604020202090204"/>
              <a:buNone/>
            </a:pPr>
            <a:endParaRPr lang="zh-CN" alt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90204"/>
              <a:buNone/>
              <a:defRPr/>
            </a:pPr>
            <a:fld id="{5053FB84-F107-5140-B710-078A2BB88661}" type="slidenum">
              <a:rPr kumimoji="0" lang="en-US" sz="1400" b="0" i="0" u="none" strike="noStrike" kern="0" cap="none" spc="0" normalizeH="0" baseline="0" noProof="0" smtClean="0">
                <a:ln>
                  <a:noFill/>
                </a:ln>
                <a:solidFill>
                  <a:srgbClr val="000000"/>
                </a:solidFill>
                <a:effectLst/>
                <a:uLnTx/>
                <a:uFillTx/>
                <a:latin typeface="Arial" panose="020B0604020202090204"/>
                <a:cs typeface="Arial" panose="020B0604020202090204"/>
                <a:sym typeface="Arial" panose="020B0604020202090204"/>
              </a:rPr>
            </a:fld>
            <a:endParaRPr kumimoji="0" lang="en-US" sz="1400" b="0" i="0" u="none" strike="noStrike" kern="0" cap="none" spc="0" normalizeH="0" baseline="0" noProof="0">
              <a:ln>
                <a:noFill/>
              </a:ln>
              <a:solidFill>
                <a:srgbClr val="000000"/>
              </a:solidFill>
              <a:effectLst/>
              <a:uLnTx/>
              <a:uFillTx/>
              <a:latin typeface="Arial" panose="020B0604020202090204"/>
              <a:cs typeface="Arial" panose="020B0604020202090204"/>
              <a:sym typeface="Arial" panose="020B0604020202090204"/>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0" algn="l" rtl="0">
              <a:lnSpc>
                <a:spcPct val="100000"/>
              </a:lnSpc>
              <a:spcBef>
                <a:spcPts val="0"/>
              </a:spcBef>
              <a:spcAft>
                <a:spcPts val="0"/>
              </a:spcAft>
              <a:buSzPts val="1400"/>
              <a:buFont typeface="Arial" panose="020B0604020202090204"/>
              <a:buNone/>
            </a:pPr>
            <a:endParaRPr lang="zh-CN" alt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90204"/>
              <a:buNone/>
              <a:defRPr/>
            </a:pPr>
            <a:fld id="{5053FB84-F107-5140-B710-078A2BB88661}" type="slidenum">
              <a:rPr kumimoji="0" lang="en-US" sz="1400" b="0" i="0" u="none" strike="noStrike" kern="0" cap="none" spc="0" normalizeH="0" baseline="0" noProof="0" smtClean="0">
                <a:ln>
                  <a:noFill/>
                </a:ln>
                <a:solidFill>
                  <a:srgbClr val="000000"/>
                </a:solidFill>
                <a:effectLst/>
                <a:uLnTx/>
                <a:uFillTx/>
                <a:latin typeface="Arial" panose="020B0604020202090204"/>
                <a:cs typeface="Arial" panose="020B0604020202090204"/>
                <a:sym typeface="Arial" panose="020B0604020202090204"/>
              </a:rPr>
            </a:fld>
            <a:endParaRPr kumimoji="0" lang="en-US" sz="1400" b="0" i="0" u="none" strike="noStrike" kern="0" cap="none" spc="0" normalizeH="0" baseline="0" noProof="0">
              <a:ln>
                <a:noFill/>
              </a:ln>
              <a:solidFill>
                <a:srgbClr val="000000"/>
              </a:solidFill>
              <a:effectLst/>
              <a:uLnTx/>
              <a:uFillTx/>
              <a:latin typeface="Arial" panose="020B0604020202090204"/>
              <a:cs typeface="Arial" panose="020B0604020202090204"/>
              <a:sym typeface="Arial" panose="020B0604020202090204"/>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0" algn="l" rtl="0">
              <a:lnSpc>
                <a:spcPct val="100000"/>
              </a:lnSpc>
              <a:spcBef>
                <a:spcPts val="0"/>
              </a:spcBef>
              <a:spcAft>
                <a:spcPts val="0"/>
              </a:spcAft>
              <a:buSzPts val="1400"/>
              <a:buFont typeface="Arial" panose="020B0604020202090204"/>
              <a:buNone/>
            </a:pPr>
            <a:endParaRPr lang="zh-CN" alt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90204"/>
              <a:buNone/>
              <a:defRPr/>
            </a:pPr>
            <a:fld id="{5053FB84-F107-5140-B710-078A2BB88661}" type="slidenum">
              <a:rPr kumimoji="0" lang="en-US" sz="1400" b="0" i="0" u="none" strike="noStrike" kern="0" cap="none" spc="0" normalizeH="0" baseline="0" noProof="0" smtClean="0">
                <a:ln>
                  <a:noFill/>
                </a:ln>
                <a:solidFill>
                  <a:srgbClr val="000000"/>
                </a:solidFill>
                <a:effectLst/>
                <a:uLnTx/>
                <a:uFillTx/>
                <a:latin typeface="Arial" panose="020B0604020202090204"/>
                <a:cs typeface="Arial" panose="020B0604020202090204"/>
                <a:sym typeface="Arial" panose="020B0604020202090204"/>
              </a:rPr>
            </a:fld>
            <a:endParaRPr kumimoji="0" lang="en-US" sz="1400" b="0" i="0" u="none" strike="noStrike" kern="0" cap="none" spc="0" normalizeH="0" baseline="0" noProof="0">
              <a:ln>
                <a:noFill/>
              </a:ln>
              <a:solidFill>
                <a:srgbClr val="000000"/>
              </a:solidFill>
              <a:effectLst/>
              <a:uLnTx/>
              <a:uFillTx/>
              <a:latin typeface="Arial" panose="020B0604020202090204"/>
              <a:cs typeface="Arial" panose="020B0604020202090204"/>
              <a:sym typeface="Arial" panose="020B0604020202090204"/>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0" algn="l" rtl="0">
              <a:lnSpc>
                <a:spcPct val="100000"/>
              </a:lnSpc>
              <a:spcBef>
                <a:spcPts val="0"/>
              </a:spcBef>
              <a:spcAft>
                <a:spcPts val="0"/>
              </a:spcAft>
              <a:buSzPts val="1400"/>
              <a:buFont typeface="Arial" panose="020B0604020202090204"/>
              <a:buNone/>
            </a:pPr>
            <a:r>
              <a:rPr lang="zh-CN" altLang="en-US" dirty="0"/>
              <a:t>Next,</a:t>
            </a:r>
            <a:r>
              <a:rPr lang="en-US" altLang="zh-CN" dirty="0"/>
              <a:t> </a:t>
            </a:r>
            <a:r>
              <a:rPr lang="zh-CN" altLang="en-US" dirty="0"/>
              <a:t>let's look at where this money actually goes. On this slide, we combine our geographic mapping with a socio-economic correlation test.</a:t>
            </a:r>
            <a:endParaRPr lang="zh-CN" altLang="en-US" dirty="0"/>
          </a:p>
          <a:p>
            <a:pPr marL="228600" marR="0" lvl="0" indent="0" algn="l" rtl="0">
              <a:lnSpc>
                <a:spcPct val="100000"/>
              </a:lnSpc>
              <a:spcBef>
                <a:spcPts val="0"/>
              </a:spcBef>
              <a:spcAft>
                <a:spcPts val="0"/>
              </a:spcAft>
              <a:buSzPts val="1400"/>
              <a:buFont typeface="Arial" panose="020B0604020202090204"/>
              <a:buNone/>
            </a:pPr>
            <a:endParaRPr lang="zh-CN" altLang="en-US" dirty="0"/>
          </a:p>
          <a:p>
            <a:pPr marL="228600" marR="0" lvl="0" indent="0" algn="l" rtl="0">
              <a:lnSpc>
                <a:spcPct val="100000"/>
              </a:lnSpc>
              <a:spcBef>
                <a:spcPts val="0"/>
              </a:spcBef>
              <a:spcAft>
                <a:spcPts val="0"/>
              </a:spcAft>
              <a:buSzPts val="1400"/>
              <a:buFont typeface="Arial" panose="020B0604020202090204"/>
              <a:buNone/>
            </a:pPr>
            <a:r>
              <a:rPr lang="zh-CN" altLang="en-US" dirty="0"/>
              <a:t>On the left, the map reveals a striking 'Spatial Monopoly.' We see deep blue clusters in states like Pennsylvania and Massachusetts. These aren't just population centers; they are hubs of high-value intellectual property.</a:t>
            </a:r>
            <a:endParaRPr lang="zh-CN" altLang="en-US" dirty="0"/>
          </a:p>
          <a:p>
            <a:pPr marL="228600" marR="0" lvl="0" indent="0" algn="l" rtl="0">
              <a:lnSpc>
                <a:spcPct val="100000"/>
              </a:lnSpc>
              <a:spcBef>
                <a:spcPts val="0"/>
              </a:spcBef>
              <a:spcAft>
                <a:spcPts val="0"/>
              </a:spcAft>
              <a:buSzPts val="1400"/>
              <a:buFont typeface="Arial" panose="020B0604020202090204"/>
              <a:buNone/>
            </a:pPr>
            <a:endParaRPr lang="zh-CN" altLang="en-US" dirty="0"/>
          </a:p>
          <a:p>
            <a:pPr marL="228600" marR="0" lvl="0" indent="0" algn="l" rtl="0">
              <a:lnSpc>
                <a:spcPct val="100000"/>
              </a:lnSpc>
              <a:spcBef>
                <a:spcPts val="0"/>
              </a:spcBef>
              <a:spcAft>
                <a:spcPts val="0"/>
              </a:spcAft>
              <a:buSzPts val="1400"/>
              <a:buFont typeface="Arial" panose="020B0604020202090204"/>
              <a:buNone/>
            </a:pPr>
            <a:r>
              <a:rPr lang="zh-CN" altLang="en-US" dirty="0"/>
              <a:t>But why these states? The scatter plot on the right provides the answer through our 'Wealth Alignment' analysis. There is a clear, statistically significant trend: as a state's Median Household Income increases, so does the intensity of industry payments.</a:t>
            </a:r>
            <a:endParaRPr lang="zh-CN" altLang="en-US" dirty="0"/>
          </a:p>
          <a:p>
            <a:pPr marL="228600" marR="0" lvl="0" indent="0" algn="l" rtl="0">
              <a:lnSpc>
                <a:spcPct val="100000"/>
              </a:lnSpc>
              <a:spcBef>
                <a:spcPts val="0"/>
              </a:spcBef>
              <a:spcAft>
                <a:spcPts val="0"/>
              </a:spcAft>
              <a:buSzPts val="1400"/>
              <a:buFont typeface="Arial" panose="020B0604020202090204"/>
              <a:buNone/>
            </a:pPr>
            <a:endParaRPr lang="zh-CN" altLang="en-US" dirty="0"/>
          </a:p>
          <a:p>
            <a:pPr marL="228600" marR="0" lvl="0" indent="0" algn="l" rtl="0">
              <a:lnSpc>
                <a:spcPct val="100000"/>
              </a:lnSpc>
              <a:spcBef>
                <a:spcPts val="0"/>
              </a:spcBef>
              <a:spcAft>
                <a:spcPts val="0"/>
              </a:spcAft>
              <a:buSzPts val="1400"/>
              <a:buFont typeface="Arial" panose="020B0604020202090204"/>
              <a:buNone/>
            </a:pPr>
            <a:r>
              <a:rPr lang="zh-CN" altLang="en-US" dirty="0"/>
              <a:t>This tells us that industry influence is not 'needs-based'—it doesn't flow to where the most patients are or where the poorest health outcomes exist. Instead, it follows the money, clustering in affluent environments where market returns and research infrastructure are most developed. This geographic concentration suggests that transparency policies may need to be specifically intensified in these high-intensity 'Resource Islands'.</a:t>
            </a:r>
            <a:endParaRPr lang="zh-CN" alt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90204"/>
              <a:buNone/>
              <a:defRPr/>
            </a:pPr>
            <a:fld id="{5053FB84-F107-5140-B710-078A2BB88661}" type="slidenum">
              <a:rPr kumimoji="0" lang="en-US" sz="1400" b="0" i="0" u="none" strike="noStrike" kern="0" cap="none" spc="0" normalizeH="0" baseline="0" noProof="0" smtClean="0">
                <a:ln>
                  <a:noFill/>
                </a:ln>
                <a:solidFill>
                  <a:srgbClr val="000000"/>
                </a:solidFill>
                <a:effectLst/>
                <a:uLnTx/>
                <a:uFillTx/>
                <a:latin typeface="Arial" panose="020B0604020202090204"/>
                <a:cs typeface="Arial" panose="020B0604020202090204"/>
                <a:sym typeface="Arial" panose="020B0604020202090204"/>
              </a:rPr>
            </a:fld>
            <a:endParaRPr kumimoji="0" lang="en-US" sz="1400" b="0" i="0" u="none" strike="noStrike" kern="0" cap="none" spc="0" normalizeH="0" baseline="0" noProof="0">
              <a:ln>
                <a:noFill/>
              </a:ln>
              <a:solidFill>
                <a:srgbClr val="000000"/>
              </a:solidFill>
              <a:effectLst/>
              <a:uLnTx/>
              <a:uFillTx/>
              <a:latin typeface="Arial" panose="020B0604020202090204"/>
              <a:cs typeface="Arial" panose="020B0604020202090204"/>
              <a:sym typeface="Arial" panose="020B0604020202090204"/>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0" algn="l" rtl="0">
              <a:lnSpc>
                <a:spcPct val="100000"/>
              </a:lnSpc>
              <a:spcBef>
                <a:spcPts val="0"/>
              </a:spcBef>
              <a:spcAft>
                <a:spcPts val="0"/>
              </a:spcAft>
              <a:buSzPts val="1400"/>
              <a:buFont typeface="Arial" panose="020B0604020202090204"/>
              <a:buNone/>
            </a:pPr>
            <a:r>
              <a:rPr lang="zh-CN" altLang="en-US" dirty="0">
                <a:sym typeface="+mn-ea"/>
              </a:rPr>
              <a:t>Finally, we arrive at the most compelling evidence of inequality in the 2023 healthcare landscape. This concentration curve, or Lorenz Curve, illustrates a profound financial oligarchy.</a:t>
            </a:r>
            <a:endParaRPr lang="zh-CN" altLang="en-US" dirty="0"/>
          </a:p>
          <a:p>
            <a:pPr marL="228600" marR="0" lvl="0" indent="0" algn="l" rtl="0">
              <a:lnSpc>
                <a:spcPct val="100000"/>
              </a:lnSpc>
              <a:spcBef>
                <a:spcPts val="0"/>
              </a:spcBef>
              <a:spcAft>
                <a:spcPts val="0"/>
              </a:spcAft>
              <a:buSzPts val="1400"/>
              <a:buFont typeface="Arial" panose="020B0604020202090204"/>
              <a:buNone/>
            </a:pPr>
            <a:endParaRPr lang="zh-CN" altLang="en-US" dirty="0"/>
          </a:p>
          <a:p>
            <a:pPr marL="228600" marR="0" lvl="0" indent="0" algn="l" rtl="0">
              <a:lnSpc>
                <a:spcPct val="100000"/>
              </a:lnSpc>
              <a:spcBef>
                <a:spcPts val="0"/>
              </a:spcBef>
              <a:spcAft>
                <a:spcPts val="0"/>
              </a:spcAft>
              <a:buSzPts val="1400"/>
              <a:buFont typeface="Arial" panose="020B0604020202090204"/>
              <a:buNone/>
            </a:pPr>
            <a:r>
              <a:rPr lang="zh-CN" altLang="en-US" dirty="0">
                <a:sym typeface="+mn-ea"/>
              </a:rPr>
              <a:t>The top 1% of recipients—a tiny fraction of all medical professionals—capture approximately 66% of the total industry funds. This is a classic 'winner-take-all' scenario. For the average doctor, a relationship with the industry means a free lunch; for the elite 1%, it is a primary economic driver involving millions of dollars. This finding suggests that our transparency and oversight efforts should not be spread thin. Instead, we must prioritize auditing this top 1%, as their financial ties have the highest potential for systemic impact on clinical guidelines and healthcare policy.</a:t>
            </a:r>
            <a:endParaRPr lang="zh-CN" altLang="en-US" dirty="0"/>
          </a:p>
          <a:p>
            <a:pPr marL="228600" marR="0" lvl="0" indent="0" algn="l" rtl="0">
              <a:lnSpc>
                <a:spcPct val="100000"/>
              </a:lnSpc>
              <a:spcBef>
                <a:spcPts val="0"/>
              </a:spcBef>
              <a:spcAft>
                <a:spcPts val="0"/>
              </a:spcAft>
              <a:buSzPts val="1400"/>
              <a:buFont typeface="Arial" panose="020B0604020202090204"/>
              <a:buNone/>
            </a:pPr>
            <a:endParaRPr lang="zh-CN" alt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90204"/>
              <a:buNone/>
              <a:defRPr/>
            </a:pPr>
            <a:fld id="{5053FB84-F107-5140-B710-078A2BB88661}" type="slidenum">
              <a:rPr kumimoji="0" lang="en-US" sz="1400" b="0" i="0" u="none" strike="noStrike" kern="0" cap="none" spc="0" normalizeH="0" baseline="0" noProof="0" smtClean="0">
                <a:ln>
                  <a:noFill/>
                </a:ln>
                <a:solidFill>
                  <a:srgbClr val="000000"/>
                </a:solidFill>
                <a:effectLst/>
                <a:uLnTx/>
                <a:uFillTx/>
                <a:latin typeface="Arial" panose="020B0604020202090204"/>
                <a:cs typeface="Arial" panose="020B0604020202090204"/>
                <a:sym typeface="Arial" panose="020B0604020202090204"/>
              </a:rPr>
            </a:fld>
            <a:endParaRPr kumimoji="0" lang="en-US" sz="1400" b="0" i="0" u="none" strike="noStrike" kern="0" cap="none" spc="0" normalizeH="0" baseline="0" noProof="0">
              <a:ln>
                <a:noFill/>
              </a:ln>
              <a:solidFill>
                <a:srgbClr val="000000"/>
              </a:solidFill>
              <a:effectLst/>
              <a:uLnTx/>
              <a:uFillTx/>
              <a:latin typeface="Arial" panose="020B0604020202090204"/>
              <a:cs typeface="Arial" panose="020B0604020202090204"/>
              <a:sym typeface="Arial" panose="020B0604020202090204"/>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0" algn="l" rtl="0">
              <a:lnSpc>
                <a:spcPct val="100000"/>
              </a:lnSpc>
              <a:spcBef>
                <a:spcPts val="0"/>
              </a:spcBef>
              <a:spcAft>
                <a:spcPts val="0"/>
              </a:spcAft>
              <a:buSzPts val="1400"/>
              <a:buFont typeface="Arial" panose="020B0604020202090204"/>
              <a:buNone/>
            </a:pPr>
            <a:r>
              <a:rPr lang="zh-CN" altLang="en-US" dirty="0"/>
              <a:t>Beyond our static analysis, we developed and deployed an interactive dashboard to serve as a policy simulation tool.</a:t>
            </a:r>
            <a:endParaRPr lang="zh-CN" altLang="en-US" dirty="0"/>
          </a:p>
          <a:p>
            <a:pPr marL="228600" marR="0" lvl="0" indent="0" algn="l" rtl="0">
              <a:lnSpc>
                <a:spcPct val="100000"/>
              </a:lnSpc>
              <a:spcBef>
                <a:spcPts val="0"/>
              </a:spcBef>
              <a:spcAft>
                <a:spcPts val="0"/>
              </a:spcAft>
              <a:buSzPts val="1400"/>
              <a:buFont typeface="Arial" panose="020B0604020202090204"/>
              <a:buNone/>
            </a:pPr>
            <a:endParaRPr lang="zh-CN" altLang="en-US" dirty="0"/>
          </a:p>
          <a:p>
            <a:pPr marL="228600" marR="0" lvl="0" indent="0" algn="l" rtl="0">
              <a:lnSpc>
                <a:spcPct val="100000"/>
              </a:lnSpc>
              <a:spcBef>
                <a:spcPts val="0"/>
              </a:spcBef>
              <a:spcAft>
                <a:spcPts val="0"/>
              </a:spcAft>
              <a:buSzPts val="1400"/>
              <a:buFont typeface="Arial" panose="020B0604020202090204"/>
              <a:buNone/>
            </a:pPr>
            <a:r>
              <a:rPr lang="zh-CN" altLang="en-US" dirty="0"/>
              <a:t>As required for this presentation, the dashboard is live at the link provided on the slide. This tool allows us to 'stress-test' our hypotheses in real-time. For instance, using the Income Percentile Slider, we can isolate the bottom 25% of states by wealth and observe a dramatic drop in total industry engagement—further validating our Wealth Alignment theory.</a:t>
            </a:r>
            <a:endParaRPr lang="zh-CN" altLang="en-US" dirty="0"/>
          </a:p>
          <a:p>
            <a:pPr marL="228600" marR="0" lvl="0" indent="0" algn="l" rtl="0">
              <a:lnSpc>
                <a:spcPct val="100000"/>
              </a:lnSpc>
              <a:spcBef>
                <a:spcPts val="0"/>
              </a:spcBef>
              <a:spcAft>
                <a:spcPts val="0"/>
              </a:spcAft>
              <a:buSzPts val="1400"/>
              <a:buFont typeface="Arial" panose="020B0604020202090204"/>
              <a:buNone/>
            </a:pPr>
            <a:endParaRPr lang="zh-CN" altLang="en-US" dirty="0"/>
          </a:p>
          <a:p>
            <a:pPr marL="228600" marR="0" lvl="0" indent="0" algn="l" rtl="0">
              <a:lnSpc>
                <a:spcPct val="100000"/>
              </a:lnSpc>
              <a:spcBef>
                <a:spcPts val="0"/>
              </a:spcBef>
              <a:spcAft>
                <a:spcPts val="0"/>
              </a:spcAft>
              <a:buSzPts val="1400"/>
              <a:buFont typeface="Arial" panose="020B0604020202090204"/>
              <a:buNone/>
            </a:pPr>
            <a:r>
              <a:rPr lang="zh-CN" altLang="en-US" dirty="0"/>
              <a:t>One of the most powerful features is the Dynamic Lorenz Curve. You’ll notice that no matter which medical specialty or state you filter for, the curve remains sharply bowed. Even in a filtered sub-set of over 2,200 payments totaling $1.6 billion, the Top 1% concentration remains extreme, often exceeding 50% to 60%.</a:t>
            </a:r>
            <a:endParaRPr lang="zh-CN" altLang="en-US" dirty="0"/>
          </a:p>
          <a:p>
            <a:pPr marL="228600" marR="0" lvl="0" indent="0" algn="l" rtl="0">
              <a:lnSpc>
                <a:spcPct val="100000"/>
              </a:lnSpc>
              <a:spcBef>
                <a:spcPts val="0"/>
              </a:spcBef>
              <a:spcAft>
                <a:spcPts val="0"/>
              </a:spcAft>
              <a:buSzPts val="1400"/>
              <a:buFont typeface="Arial" panose="020B0604020202090204"/>
              <a:buNone/>
            </a:pPr>
            <a:endParaRPr lang="zh-CN" altLang="en-US" dirty="0"/>
          </a:p>
          <a:p>
            <a:pPr marL="228600" marR="0" lvl="0" indent="0" algn="l" rtl="0">
              <a:lnSpc>
                <a:spcPct val="100000"/>
              </a:lnSpc>
              <a:spcBef>
                <a:spcPts val="0"/>
              </a:spcBef>
              <a:spcAft>
                <a:spcPts val="0"/>
              </a:spcAft>
              <a:buSzPts val="1400"/>
              <a:buFont typeface="Arial" panose="020B0604020202090204"/>
              <a:buNone/>
            </a:pPr>
            <a:r>
              <a:rPr lang="zh-CN" altLang="en-US" dirty="0"/>
              <a:t>This dashboard transforms transparency from a list of names into a functional map for regulators, helping them identify where industry influence is most concentrated and where policy interventions are most urgently needed.</a:t>
            </a:r>
            <a:endParaRPr lang="zh-CN" alt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90204"/>
              <a:buNone/>
              <a:defRPr/>
            </a:pPr>
            <a:fld id="{5053FB84-F107-5140-B710-078A2BB88661}" type="slidenum">
              <a:rPr kumimoji="0" lang="en-US" sz="1400" b="0" i="0" u="none" strike="noStrike" kern="0" cap="none" spc="0" normalizeH="0" baseline="0" noProof="0" smtClean="0">
                <a:ln>
                  <a:noFill/>
                </a:ln>
                <a:solidFill>
                  <a:srgbClr val="000000"/>
                </a:solidFill>
                <a:effectLst/>
                <a:uLnTx/>
                <a:uFillTx/>
                <a:latin typeface="Arial" panose="020B0604020202090204"/>
                <a:cs typeface="Arial" panose="020B0604020202090204"/>
                <a:sym typeface="Arial" panose="020B0604020202090204"/>
              </a:rPr>
            </a:fld>
            <a:endParaRPr kumimoji="0" lang="en-US" sz="1400" b="0" i="0" u="none" strike="noStrike" kern="0" cap="none" spc="0" normalizeH="0" baseline="0" noProof="0">
              <a:ln>
                <a:noFill/>
              </a:ln>
              <a:solidFill>
                <a:srgbClr val="000000"/>
              </a:solidFill>
              <a:effectLst/>
              <a:uLnTx/>
              <a:uFillTx/>
              <a:latin typeface="Arial" panose="020B0604020202090204"/>
              <a:cs typeface="Arial" panose="020B0604020202090204"/>
              <a:sym typeface="Arial" panose="020B0604020202090204"/>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0" algn="l" rtl="0">
              <a:lnSpc>
                <a:spcPct val="100000"/>
              </a:lnSpc>
              <a:spcBef>
                <a:spcPts val="0"/>
              </a:spcBef>
              <a:spcAft>
                <a:spcPts val="0"/>
              </a:spcAft>
              <a:buSzPts val="1400"/>
              <a:buFont typeface="Arial" panose="020B0604020202090204"/>
              <a:buNone/>
            </a:pPr>
            <a:endParaRPr lang="zh-CN" alt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90204"/>
              <a:buNone/>
              <a:defRPr/>
            </a:pPr>
            <a:fld id="{5053FB84-F107-5140-B710-078A2BB88661}" type="slidenum">
              <a:rPr kumimoji="0" lang="en-US" sz="1400" b="0" i="0" u="none" strike="noStrike" kern="0" cap="none" spc="0" normalizeH="0" baseline="0" noProof="0" smtClean="0">
                <a:ln>
                  <a:noFill/>
                </a:ln>
                <a:solidFill>
                  <a:srgbClr val="000000"/>
                </a:solidFill>
                <a:effectLst/>
                <a:uLnTx/>
                <a:uFillTx/>
                <a:latin typeface="Arial" panose="020B0604020202090204"/>
                <a:cs typeface="Arial" panose="020B0604020202090204"/>
                <a:sym typeface="Arial" panose="020B0604020202090204"/>
              </a:rPr>
            </a:fld>
            <a:endParaRPr kumimoji="0" lang="en-US" sz="1400" b="0" i="0" u="none" strike="noStrike" kern="0" cap="none" spc="0" normalizeH="0" baseline="0" noProof="0">
              <a:ln>
                <a:noFill/>
              </a:ln>
              <a:solidFill>
                <a:srgbClr val="000000"/>
              </a:solidFill>
              <a:effectLst/>
              <a:uLnTx/>
              <a:uFillTx/>
              <a:latin typeface="Arial" panose="020B0604020202090204"/>
              <a:cs typeface="Arial" panose="020B0604020202090204"/>
              <a:sym typeface="Arial" panose="020B0604020202090204"/>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61"/>
        <p:cNvGrpSpPr/>
        <p:nvPr/>
      </p:nvGrpSpPr>
      <p:grpSpPr>
        <a:xfrm>
          <a:off x="0" y="0"/>
          <a:ext cx="0" cy="0"/>
          <a:chOff x="0" y="0"/>
          <a:chExt cx="0" cy="0"/>
        </a:xfrm>
      </p:grpSpPr>
      <p:sp>
        <p:nvSpPr>
          <p:cNvPr id="1762" name="Google Shape;1762;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763" name="Google Shape;176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image" Target="../media/image3.emf"/><Relationship Id="rId5" Type="http://schemas.openxmlformats.org/officeDocument/2006/relationships/oleObject" Target="../embeddings/oleObject1.bin"/><Relationship Id="rId4" Type="http://schemas.openxmlformats.org/officeDocument/2006/relationships/tags" Target="../tags/tag1.xml"/><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Blank">
  <p:cSld name="Title Blank">
    <p:spTree>
      <p:nvGrpSpPr>
        <p:cNvPr id="1" name="Shape 229"/>
        <p:cNvGrpSpPr/>
        <p:nvPr/>
      </p:nvGrpSpPr>
      <p:grpSpPr>
        <a:xfrm>
          <a:off x="0" y="0"/>
          <a:ext cx="0" cy="0"/>
          <a:chOff x="0" y="0"/>
          <a:chExt cx="0" cy="0"/>
        </a:xfrm>
      </p:grpSpPr>
      <p:sp>
        <p:nvSpPr>
          <p:cNvPr id="230" name="Google Shape;230;g34b931218a4_1_21"/>
          <p:cNvSpPr txBox="1">
            <a:spLocks noGrp="1"/>
          </p:cNvSpPr>
          <p:nvPr>
            <p:ph type="title"/>
          </p:nvPr>
        </p:nvSpPr>
        <p:spPr>
          <a:xfrm>
            <a:off x="276303" y="96276"/>
            <a:ext cx="11639394" cy="982881"/>
          </a:xfrm>
          <a:prstGeom prst="rect">
            <a:avLst/>
          </a:prstGeom>
          <a:noFill/>
          <a:ln>
            <a:noFill/>
          </a:ln>
        </p:spPr>
        <p:txBody>
          <a:bodyPr spcFirstLastPara="1" wrap="square" lIns="91425" tIns="45700" rIns="91425" bIns="45700" anchor="ctr" anchorCtr="0">
            <a:noAutofit/>
          </a:bodyPr>
          <a:lstStyle>
            <a:lvl1pPr lvl="0" algn="ctr">
              <a:lnSpc>
                <a:spcPct val="7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ubtitle">
  <p:cSld name="Title Subtitle">
    <p:spTree>
      <p:nvGrpSpPr>
        <p:cNvPr id="1" name="Shape 231"/>
        <p:cNvGrpSpPr/>
        <p:nvPr/>
      </p:nvGrpSpPr>
      <p:grpSpPr>
        <a:xfrm>
          <a:off x="0" y="0"/>
          <a:ext cx="0" cy="0"/>
          <a:chOff x="0" y="0"/>
          <a:chExt cx="0" cy="0"/>
        </a:xfrm>
      </p:grpSpPr>
      <p:sp>
        <p:nvSpPr>
          <p:cNvPr id="232" name="Google Shape;232;g34b931218a4_1_23"/>
          <p:cNvSpPr txBox="1">
            <a:spLocks noGrp="1"/>
          </p:cNvSpPr>
          <p:nvPr>
            <p:ph type="title"/>
          </p:nvPr>
        </p:nvSpPr>
        <p:spPr>
          <a:xfrm>
            <a:off x="276303" y="96276"/>
            <a:ext cx="11639394" cy="970524"/>
          </a:xfrm>
          <a:prstGeom prst="rect">
            <a:avLst/>
          </a:prstGeom>
          <a:noFill/>
          <a:ln>
            <a:noFill/>
          </a:ln>
        </p:spPr>
        <p:txBody>
          <a:bodyPr spcFirstLastPara="1" wrap="square" lIns="91425" tIns="45700" rIns="91425" bIns="45700" anchor="ctr" anchorCtr="0">
            <a:noAutofit/>
          </a:bodyPr>
          <a:lstStyle>
            <a:lvl1pPr lvl="0" algn="ctr">
              <a:lnSpc>
                <a:spcPct val="7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3" name="Google Shape;233;g34b931218a4_1_23"/>
          <p:cNvSpPr txBox="1">
            <a:spLocks noGrp="1"/>
          </p:cNvSpPr>
          <p:nvPr>
            <p:ph type="body" idx="1"/>
          </p:nvPr>
        </p:nvSpPr>
        <p:spPr>
          <a:xfrm>
            <a:off x="765969" y="907082"/>
            <a:ext cx="10660063" cy="579664"/>
          </a:xfrm>
          <a:prstGeom prst="rect">
            <a:avLst/>
          </a:prstGeom>
          <a:noFill/>
          <a:ln>
            <a:noFill/>
          </a:ln>
        </p:spPr>
        <p:txBody>
          <a:bodyPr spcFirstLastPara="1" wrap="square" lIns="91425" tIns="45700" rIns="91425" bIns="45700" anchor="t" anchorCtr="0">
            <a:noAutofit/>
          </a:bodyPr>
          <a:lstStyle>
            <a:lvl1pPr marL="457200" lvl="0" indent="-228600" algn="ctr">
              <a:lnSpc>
                <a:spcPct val="80000"/>
              </a:lnSpc>
              <a:spcBef>
                <a:spcPts val="1000"/>
              </a:spcBef>
              <a:spcAft>
                <a:spcPts val="0"/>
              </a:spcAft>
              <a:buSzPts val="2600"/>
              <a:buNone/>
              <a:defRPr sz="2600">
                <a:solidFill>
                  <a:srgbClr val="87888D"/>
                </a:solidFill>
              </a:defRPr>
            </a:lvl1pPr>
            <a:lvl2pPr marL="914400" lvl="1" indent="-342900" algn="l">
              <a:lnSpc>
                <a:spcPct val="80000"/>
              </a:lnSpc>
              <a:spcBef>
                <a:spcPts val="600"/>
              </a:spcBef>
              <a:spcAft>
                <a:spcPts val="0"/>
              </a:spcAft>
              <a:buClr>
                <a:srgbClr val="4A4B4E"/>
              </a:buClr>
              <a:buSzPts val="1800"/>
              <a:buChar char="−"/>
              <a:defRPr/>
            </a:lvl2pPr>
            <a:lvl3pPr marL="1371600" lvl="2" indent="-342900" algn="l">
              <a:lnSpc>
                <a:spcPct val="80000"/>
              </a:lnSpc>
              <a:spcBef>
                <a:spcPts val="600"/>
              </a:spcBef>
              <a:spcAft>
                <a:spcPts val="0"/>
              </a:spcAft>
              <a:buClr>
                <a:srgbClr val="4A4B4E"/>
              </a:buClr>
              <a:buSzPts val="1800"/>
              <a:buChar char="•"/>
              <a:defRPr/>
            </a:lvl3pPr>
            <a:lvl4pPr marL="1828800" lvl="3" indent="-342900" algn="l">
              <a:lnSpc>
                <a:spcPct val="80000"/>
              </a:lnSpc>
              <a:spcBef>
                <a:spcPts val="600"/>
              </a:spcBef>
              <a:spcAft>
                <a:spcPts val="0"/>
              </a:spcAft>
              <a:buClr>
                <a:srgbClr val="4A4B4E"/>
              </a:buClr>
              <a:buSzPts val="1800"/>
              <a:buChar char="•"/>
              <a:defRPr/>
            </a:lvl4pPr>
            <a:lvl5pPr marL="2286000" lvl="4" indent="-342900" algn="l">
              <a:lnSpc>
                <a:spcPct val="80000"/>
              </a:lnSpc>
              <a:spcBef>
                <a:spcPts val="600"/>
              </a:spcBef>
              <a:spcAft>
                <a:spcPts val="0"/>
              </a:spcAft>
              <a:buClr>
                <a:srgbClr val="4A4B4E"/>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Blank Orange">
  <p:cSld name="Blank Orange">
    <p:bg>
      <p:bgPr>
        <a:solidFill>
          <a:schemeClr val="dk2"/>
        </a:solidFill>
        <a:effectLst/>
      </p:bgPr>
    </p:bg>
    <p:spTree>
      <p:nvGrpSpPr>
        <p:cNvPr id="1" name="Shape 234"/>
        <p:cNvGrpSpPr/>
        <p:nvPr/>
      </p:nvGrpSpPr>
      <p:grpSpPr>
        <a:xfrm>
          <a:off x="0" y="0"/>
          <a:ext cx="0" cy="0"/>
          <a:chOff x="0" y="0"/>
          <a:chExt cx="0" cy="0"/>
        </a:xfrm>
      </p:grpSpPr>
      <p:grpSp>
        <p:nvGrpSpPr>
          <p:cNvPr id="235" name="Google Shape;235;g34b931218a4_1_26"/>
          <p:cNvGrpSpPr/>
          <p:nvPr/>
        </p:nvGrpSpPr>
        <p:grpSpPr>
          <a:xfrm>
            <a:off x="234968" y="6519734"/>
            <a:ext cx="244893" cy="248803"/>
            <a:chOff x="2666237" y="2584432"/>
            <a:chExt cx="864026" cy="877824"/>
          </a:xfrm>
        </p:grpSpPr>
        <p:sp>
          <p:nvSpPr>
            <p:cNvPr id="236" name="Google Shape;236;g34b931218a4_1_26"/>
            <p:cNvSpPr/>
            <p:nvPr/>
          </p:nvSpPr>
          <p:spPr>
            <a:xfrm>
              <a:off x="2666237" y="2584432"/>
              <a:ext cx="864026" cy="877824"/>
            </a:xfrm>
            <a:custGeom>
              <a:avLst/>
              <a:gdLst/>
              <a:ahLst/>
              <a:cxnLst/>
              <a:rect l="l" t="t" r="r" b="b"/>
              <a:pathLst>
                <a:path w="1315" h="1336" extrusionOk="0">
                  <a:moveTo>
                    <a:pt x="0" y="0"/>
                  </a:moveTo>
                  <a:lnTo>
                    <a:pt x="229" y="0"/>
                  </a:lnTo>
                  <a:lnTo>
                    <a:pt x="659" y="873"/>
                  </a:lnTo>
                  <a:lnTo>
                    <a:pt x="1090" y="0"/>
                  </a:lnTo>
                  <a:lnTo>
                    <a:pt x="1315" y="0"/>
                  </a:lnTo>
                  <a:lnTo>
                    <a:pt x="659" y="1336"/>
                  </a:lnTo>
                  <a:lnTo>
                    <a:pt x="0" y="0"/>
                  </a:lnTo>
                  <a:close/>
                </a:path>
              </a:pathLst>
            </a:custGeom>
            <a:solidFill>
              <a:srgbClr val="FED7A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7" name="Google Shape;237;g34b931218a4_1_26"/>
            <p:cNvSpPr/>
            <p:nvPr/>
          </p:nvSpPr>
          <p:spPr>
            <a:xfrm>
              <a:off x="2902776" y="2584432"/>
              <a:ext cx="390290" cy="390947"/>
            </a:xfrm>
            <a:custGeom>
              <a:avLst/>
              <a:gdLst/>
              <a:ahLst/>
              <a:cxnLst/>
              <a:rect l="l" t="t" r="r" b="b"/>
              <a:pathLst>
                <a:path w="135" h="135" extrusionOk="0">
                  <a:moveTo>
                    <a:pt x="0" y="0"/>
                  </a:moveTo>
                  <a:cubicBezTo>
                    <a:pt x="68" y="135"/>
                    <a:pt x="68" y="135"/>
                    <a:pt x="68" y="135"/>
                  </a:cubicBezTo>
                  <a:cubicBezTo>
                    <a:pt x="135" y="0"/>
                    <a:pt x="135" y="0"/>
                    <a:pt x="135" y="0"/>
                  </a:cubicBezTo>
                  <a:cubicBezTo>
                    <a:pt x="135" y="0"/>
                    <a:pt x="0" y="0"/>
                    <a:pt x="0" y="0"/>
                  </a:cubicBezTo>
                </a:path>
              </a:pathLst>
            </a:custGeom>
            <a:solidFill>
              <a:srgbClr val="FED7A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38" name="Google Shape;238;g34b931218a4_1_26"/>
          <p:cNvSpPr txBox="1"/>
          <p:nvPr/>
        </p:nvSpPr>
        <p:spPr>
          <a:xfrm>
            <a:off x="11017792" y="6521025"/>
            <a:ext cx="1019596" cy="246221"/>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000">
                <a:solidFill>
                  <a:srgbClr val="FED7A1"/>
                </a:solidFill>
                <a:latin typeface="Calibri"/>
                <a:ea typeface="Calibri"/>
                <a:cs typeface="Calibri"/>
                <a:sym typeface="Calibri"/>
              </a:rPr>
            </a:fld>
            <a:endParaRPr sz="1000">
              <a:solidFill>
                <a:srgbClr val="FED7A1"/>
              </a:solidFill>
              <a:latin typeface="Calibri"/>
              <a:ea typeface="Calibri"/>
              <a:cs typeface="Calibri"/>
              <a:sym typeface="Calibri"/>
            </a:endParaRPr>
          </a:p>
        </p:txBody>
      </p:sp>
      <p:sp>
        <p:nvSpPr>
          <p:cNvPr id="239" name="Google Shape;239;g34b931218a4_1_26"/>
          <p:cNvSpPr txBox="1"/>
          <p:nvPr/>
        </p:nvSpPr>
        <p:spPr>
          <a:xfrm>
            <a:off x="5142983" y="6521025"/>
            <a:ext cx="1906035" cy="24622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ED7A1"/>
              </a:buClr>
              <a:buSzPts val="1000"/>
              <a:buFont typeface="Calibri"/>
              <a:buNone/>
            </a:pPr>
            <a:r>
              <a:rPr lang="en-US" sz="1000">
                <a:solidFill>
                  <a:srgbClr val="FED7A1"/>
                </a:solidFill>
                <a:latin typeface="Calibri"/>
                <a:ea typeface="Calibri"/>
                <a:cs typeface="Calibri"/>
                <a:sym typeface="Calibri"/>
              </a:rPr>
              <a:t>Copyright © Veeva Systems 2024</a:t>
            </a:r>
            <a:endParaRPr lang="en-US" sz="1000">
              <a:solidFill>
                <a:srgbClr val="FED7A1"/>
              </a:solidFill>
              <a:latin typeface="Calibri"/>
              <a:ea typeface="Calibri"/>
              <a:cs typeface="Calibri"/>
              <a:sym typeface="Calibri"/>
            </a:endParaRP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hank You">
  <p:cSld name="Thank You">
    <p:bg>
      <p:bgPr>
        <a:solidFill>
          <a:schemeClr val="dk2"/>
        </a:solidFill>
        <a:effectLst/>
      </p:bgPr>
    </p:bg>
    <p:spTree>
      <p:nvGrpSpPr>
        <p:cNvPr id="1" name="Shape 240"/>
        <p:cNvGrpSpPr/>
        <p:nvPr/>
      </p:nvGrpSpPr>
      <p:grpSpPr>
        <a:xfrm>
          <a:off x="0" y="0"/>
          <a:ext cx="0" cy="0"/>
          <a:chOff x="0" y="0"/>
          <a:chExt cx="0" cy="0"/>
        </a:xfrm>
      </p:grpSpPr>
      <p:sp>
        <p:nvSpPr>
          <p:cNvPr id="241" name="Google Shape;241;g34b931218a4_1_32"/>
          <p:cNvSpPr txBox="1"/>
          <p:nvPr/>
        </p:nvSpPr>
        <p:spPr>
          <a:xfrm>
            <a:off x="4099368" y="4244406"/>
            <a:ext cx="3993265" cy="10156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a:solidFill>
                  <a:schemeClr val="lt1"/>
                </a:solidFill>
                <a:latin typeface="Calibri"/>
                <a:ea typeface="Calibri"/>
                <a:cs typeface="Calibri"/>
                <a:sym typeface="Calibri"/>
              </a:rPr>
              <a:t>Thank you</a:t>
            </a:r>
            <a:endParaRPr lang="en-US" sz="6000">
              <a:solidFill>
                <a:schemeClr val="lt1"/>
              </a:solidFill>
              <a:latin typeface="Calibri"/>
              <a:ea typeface="Calibri"/>
              <a:cs typeface="Calibri"/>
              <a:sym typeface="Calibri"/>
            </a:endParaRPr>
          </a:p>
        </p:txBody>
      </p:sp>
      <p:grpSp>
        <p:nvGrpSpPr>
          <p:cNvPr id="242" name="Google Shape;242;g34b931218a4_1_32"/>
          <p:cNvGrpSpPr/>
          <p:nvPr/>
        </p:nvGrpSpPr>
        <p:grpSpPr>
          <a:xfrm>
            <a:off x="5363368" y="2079884"/>
            <a:ext cx="1465263" cy="1498600"/>
            <a:chOff x="5098" y="1275"/>
            <a:chExt cx="923" cy="944"/>
          </a:xfrm>
        </p:grpSpPr>
        <p:sp>
          <p:nvSpPr>
            <p:cNvPr id="243" name="Google Shape;243;g34b931218a4_1_32"/>
            <p:cNvSpPr/>
            <p:nvPr/>
          </p:nvSpPr>
          <p:spPr>
            <a:xfrm>
              <a:off x="5098" y="1275"/>
              <a:ext cx="923" cy="94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4" name="Google Shape;244;g34b931218a4_1_32"/>
            <p:cNvSpPr/>
            <p:nvPr/>
          </p:nvSpPr>
          <p:spPr>
            <a:xfrm>
              <a:off x="5098" y="1276"/>
              <a:ext cx="923" cy="942"/>
            </a:xfrm>
            <a:custGeom>
              <a:avLst/>
              <a:gdLst/>
              <a:ahLst/>
              <a:cxnLst/>
              <a:rect l="l" t="t" r="r" b="b"/>
              <a:pathLst>
                <a:path w="923" h="942" extrusionOk="0">
                  <a:moveTo>
                    <a:pt x="0" y="0"/>
                  </a:moveTo>
                  <a:lnTo>
                    <a:pt x="160" y="0"/>
                  </a:lnTo>
                  <a:lnTo>
                    <a:pt x="464" y="616"/>
                  </a:lnTo>
                  <a:lnTo>
                    <a:pt x="765" y="0"/>
                  </a:lnTo>
                  <a:lnTo>
                    <a:pt x="923" y="0"/>
                  </a:lnTo>
                  <a:lnTo>
                    <a:pt x="463" y="942"/>
                  </a:lnTo>
                  <a:lnTo>
                    <a:pt x="0"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5" name="Google Shape;245;g34b931218a4_1_32"/>
            <p:cNvSpPr/>
            <p:nvPr/>
          </p:nvSpPr>
          <p:spPr>
            <a:xfrm>
              <a:off x="5352" y="1278"/>
              <a:ext cx="415" cy="417"/>
            </a:xfrm>
            <a:custGeom>
              <a:avLst/>
              <a:gdLst/>
              <a:ahLst/>
              <a:cxnLst/>
              <a:rect l="l" t="t" r="r" b="b"/>
              <a:pathLst>
                <a:path w="340" h="340" extrusionOk="0">
                  <a:moveTo>
                    <a:pt x="0" y="1"/>
                  </a:moveTo>
                  <a:cubicBezTo>
                    <a:pt x="170" y="340"/>
                    <a:pt x="170" y="340"/>
                    <a:pt x="170" y="340"/>
                  </a:cubicBezTo>
                  <a:cubicBezTo>
                    <a:pt x="340" y="1"/>
                    <a:pt x="340" y="1"/>
                    <a:pt x="340" y="1"/>
                  </a:cubicBezTo>
                  <a:cubicBezTo>
                    <a:pt x="340" y="1"/>
                    <a:pt x="0" y="0"/>
                    <a:pt x="0" y="1"/>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Questions">
  <p:cSld name="Questions">
    <p:bg>
      <p:bgPr>
        <a:solidFill>
          <a:schemeClr val="dk2"/>
        </a:solidFill>
        <a:effectLst/>
      </p:bgPr>
    </p:bg>
    <p:spTree>
      <p:nvGrpSpPr>
        <p:cNvPr id="1" name="Shape 246"/>
        <p:cNvGrpSpPr/>
        <p:nvPr/>
      </p:nvGrpSpPr>
      <p:grpSpPr>
        <a:xfrm>
          <a:off x="0" y="0"/>
          <a:ext cx="0" cy="0"/>
          <a:chOff x="0" y="0"/>
          <a:chExt cx="0" cy="0"/>
        </a:xfrm>
      </p:grpSpPr>
      <p:sp>
        <p:nvSpPr>
          <p:cNvPr id="247" name="Google Shape;247;g34b931218a4_1_38"/>
          <p:cNvSpPr/>
          <p:nvPr/>
        </p:nvSpPr>
        <p:spPr>
          <a:xfrm>
            <a:off x="5156200" y="1813011"/>
            <a:ext cx="1879600" cy="1870075"/>
          </a:xfrm>
          <a:custGeom>
            <a:avLst/>
            <a:gdLst/>
            <a:ahLst/>
            <a:cxnLst/>
            <a:rect l="l" t="t" r="r" b="b"/>
            <a:pathLst>
              <a:path w="226" h="226" extrusionOk="0">
                <a:moveTo>
                  <a:pt x="113" y="0"/>
                </a:moveTo>
                <a:cubicBezTo>
                  <a:pt x="51" y="0"/>
                  <a:pt x="0" y="51"/>
                  <a:pt x="0" y="113"/>
                </a:cubicBezTo>
                <a:cubicBezTo>
                  <a:pt x="0" y="136"/>
                  <a:pt x="7" y="157"/>
                  <a:pt x="19" y="175"/>
                </a:cubicBezTo>
                <a:cubicBezTo>
                  <a:pt x="7" y="217"/>
                  <a:pt x="7" y="217"/>
                  <a:pt x="7" y="217"/>
                </a:cubicBezTo>
                <a:cubicBezTo>
                  <a:pt x="49" y="206"/>
                  <a:pt x="49" y="206"/>
                  <a:pt x="49" y="206"/>
                </a:cubicBezTo>
                <a:cubicBezTo>
                  <a:pt x="67" y="218"/>
                  <a:pt x="89" y="226"/>
                  <a:pt x="113" y="226"/>
                </a:cubicBezTo>
                <a:cubicBezTo>
                  <a:pt x="175" y="226"/>
                  <a:pt x="226" y="175"/>
                  <a:pt x="226" y="113"/>
                </a:cubicBezTo>
                <a:cubicBezTo>
                  <a:pt x="226" y="51"/>
                  <a:pt x="175" y="0"/>
                  <a:pt x="113" y="0"/>
                </a:cubicBezTo>
                <a:close/>
                <a:moveTo>
                  <a:pt x="111" y="182"/>
                </a:moveTo>
                <a:cubicBezTo>
                  <a:pt x="101" y="182"/>
                  <a:pt x="92" y="174"/>
                  <a:pt x="92" y="164"/>
                </a:cubicBezTo>
                <a:cubicBezTo>
                  <a:pt x="92" y="153"/>
                  <a:pt x="101" y="145"/>
                  <a:pt x="111" y="145"/>
                </a:cubicBezTo>
                <a:cubicBezTo>
                  <a:pt x="121" y="145"/>
                  <a:pt x="130" y="153"/>
                  <a:pt x="130" y="164"/>
                </a:cubicBezTo>
                <a:cubicBezTo>
                  <a:pt x="130" y="174"/>
                  <a:pt x="121" y="182"/>
                  <a:pt x="111" y="182"/>
                </a:cubicBezTo>
                <a:close/>
                <a:moveTo>
                  <a:pt x="128" y="127"/>
                </a:moveTo>
                <a:cubicBezTo>
                  <a:pt x="128" y="138"/>
                  <a:pt x="128" y="138"/>
                  <a:pt x="128" y="138"/>
                </a:cubicBezTo>
                <a:cubicBezTo>
                  <a:pt x="96" y="138"/>
                  <a:pt x="96" y="138"/>
                  <a:pt x="96" y="138"/>
                </a:cubicBezTo>
                <a:cubicBezTo>
                  <a:pt x="96" y="123"/>
                  <a:pt x="96" y="123"/>
                  <a:pt x="96" y="123"/>
                </a:cubicBezTo>
                <a:cubicBezTo>
                  <a:pt x="96" y="105"/>
                  <a:pt x="123" y="95"/>
                  <a:pt x="123" y="85"/>
                </a:cubicBezTo>
                <a:cubicBezTo>
                  <a:pt x="123" y="78"/>
                  <a:pt x="116" y="73"/>
                  <a:pt x="110" y="73"/>
                </a:cubicBezTo>
                <a:cubicBezTo>
                  <a:pt x="103" y="73"/>
                  <a:pt x="97" y="80"/>
                  <a:pt x="91" y="87"/>
                </a:cubicBezTo>
                <a:cubicBezTo>
                  <a:pt x="71" y="69"/>
                  <a:pt x="71" y="69"/>
                  <a:pt x="71" y="69"/>
                </a:cubicBezTo>
                <a:cubicBezTo>
                  <a:pt x="83" y="53"/>
                  <a:pt x="97" y="44"/>
                  <a:pt x="114" y="44"/>
                </a:cubicBezTo>
                <a:cubicBezTo>
                  <a:pt x="137" y="44"/>
                  <a:pt x="155" y="60"/>
                  <a:pt x="155" y="85"/>
                </a:cubicBezTo>
                <a:cubicBezTo>
                  <a:pt x="155" y="110"/>
                  <a:pt x="128" y="116"/>
                  <a:pt x="128" y="127"/>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48" name="Google Shape;248;g34b931218a4_1_38"/>
          <p:cNvSpPr txBox="1"/>
          <p:nvPr/>
        </p:nvSpPr>
        <p:spPr>
          <a:xfrm>
            <a:off x="4099368" y="4244406"/>
            <a:ext cx="3993265" cy="10156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a:solidFill>
                  <a:schemeClr val="lt1"/>
                </a:solidFill>
                <a:latin typeface="Calibri"/>
                <a:ea typeface="Calibri"/>
                <a:cs typeface="Calibri"/>
                <a:sym typeface="Calibri"/>
              </a:rPr>
              <a:t>Questions</a:t>
            </a:r>
            <a:endParaRPr lang="en-US" sz="6000">
              <a:solidFill>
                <a:schemeClr val="lt1"/>
              </a:solidFill>
              <a:latin typeface="Calibri"/>
              <a:ea typeface="Calibri"/>
              <a:cs typeface="Calibri"/>
              <a:sym typeface="Calibri"/>
            </a:endParaRP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Veeva slide">
  <p:cSld name="Veeva slide">
    <p:bg>
      <p:bgPr>
        <a:solidFill>
          <a:schemeClr val="dk2"/>
        </a:solidFill>
        <a:effectLst/>
      </p:bgPr>
    </p:bg>
    <p:spTree>
      <p:nvGrpSpPr>
        <p:cNvPr id="1" name="Shape 249"/>
        <p:cNvGrpSpPr/>
        <p:nvPr/>
      </p:nvGrpSpPr>
      <p:grpSpPr>
        <a:xfrm>
          <a:off x="0" y="0"/>
          <a:ext cx="0" cy="0"/>
          <a:chOff x="0" y="0"/>
          <a:chExt cx="0" cy="0"/>
        </a:xfrm>
      </p:grpSpPr>
      <p:grpSp>
        <p:nvGrpSpPr>
          <p:cNvPr id="250" name="Google Shape;250;g34b931218a4_1_41"/>
          <p:cNvGrpSpPr/>
          <p:nvPr/>
        </p:nvGrpSpPr>
        <p:grpSpPr>
          <a:xfrm>
            <a:off x="3703814" y="2867487"/>
            <a:ext cx="4784373" cy="1109709"/>
            <a:chOff x="0" y="1492"/>
            <a:chExt cx="5760" cy="1336"/>
          </a:xfrm>
        </p:grpSpPr>
        <p:sp>
          <p:nvSpPr>
            <p:cNvPr id="251" name="Google Shape;251;g34b931218a4_1_41"/>
            <p:cNvSpPr/>
            <p:nvPr/>
          </p:nvSpPr>
          <p:spPr>
            <a:xfrm>
              <a:off x="3518" y="1664"/>
              <a:ext cx="1165" cy="1164"/>
            </a:xfrm>
            <a:custGeom>
              <a:avLst/>
              <a:gdLst/>
              <a:ahLst/>
              <a:cxnLst/>
              <a:rect l="l" t="t" r="r" b="b"/>
              <a:pathLst>
                <a:path w="265" h="264" extrusionOk="0">
                  <a:moveTo>
                    <a:pt x="265" y="0"/>
                  </a:moveTo>
                  <a:cubicBezTo>
                    <a:pt x="215" y="0"/>
                    <a:pt x="215" y="0"/>
                    <a:pt x="215" y="0"/>
                  </a:cubicBezTo>
                  <a:cubicBezTo>
                    <a:pt x="132" y="166"/>
                    <a:pt x="132" y="166"/>
                    <a:pt x="132" y="166"/>
                  </a:cubicBezTo>
                  <a:cubicBezTo>
                    <a:pt x="49" y="0"/>
                    <a:pt x="49" y="0"/>
                    <a:pt x="49" y="0"/>
                  </a:cubicBezTo>
                  <a:cubicBezTo>
                    <a:pt x="0" y="0"/>
                    <a:pt x="0" y="0"/>
                    <a:pt x="0" y="0"/>
                  </a:cubicBezTo>
                  <a:cubicBezTo>
                    <a:pt x="53" y="104"/>
                    <a:pt x="132" y="264"/>
                    <a:pt x="132" y="264"/>
                  </a:cubicBezTo>
                  <a:lnTo>
                    <a:pt x="265"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2" name="Google Shape;252;g34b931218a4_1_41"/>
            <p:cNvSpPr/>
            <p:nvPr/>
          </p:nvSpPr>
          <p:spPr>
            <a:xfrm>
              <a:off x="2440" y="1651"/>
              <a:ext cx="1130" cy="1137"/>
            </a:xfrm>
            <a:custGeom>
              <a:avLst/>
              <a:gdLst/>
              <a:ahLst/>
              <a:cxnLst/>
              <a:rect l="l" t="t" r="r" b="b"/>
              <a:pathLst>
                <a:path w="257" h="258" extrusionOk="0">
                  <a:moveTo>
                    <a:pt x="128" y="42"/>
                  </a:moveTo>
                  <a:cubicBezTo>
                    <a:pt x="169" y="42"/>
                    <a:pt x="204" y="70"/>
                    <a:pt x="213" y="108"/>
                  </a:cubicBezTo>
                  <a:cubicBezTo>
                    <a:pt x="44" y="108"/>
                    <a:pt x="44" y="108"/>
                    <a:pt x="44" y="108"/>
                  </a:cubicBezTo>
                  <a:cubicBezTo>
                    <a:pt x="53" y="70"/>
                    <a:pt x="88" y="42"/>
                    <a:pt x="128" y="42"/>
                  </a:cubicBezTo>
                  <a:moveTo>
                    <a:pt x="128" y="216"/>
                  </a:moveTo>
                  <a:cubicBezTo>
                    <a:pt x="88" y="216"/>
                    <a:pt x="53" y="188"/>
                    <a:pt x="44" y="150"/>
                  </a:cubicBezTo>
                  <a:cubicBezTo>
                    <a:pt x="257" y="150"/>
                    <a:pt x="257" y="150"/>
                    <a:pt x="257" y="150"/>
                  </a:cubicBezTo>
                  <a:cubicBezTo>
                    <a:pt x="257" y="129"/>
                    <a:pt x="257" y="129"/>
                    <a:pt x="257" y="129"/>
                  </a:cubicBezTo>
                  <a:cubicBezTo>
                    <a:pt x="257" y="58"/>
                    <a:pt x="200" y="0"/>
                    <a:pt x="128" y="0"/>
                  </a:cubicBezTo>
                  <a:cubicBezTo>
                    <a:pt x="57" y="0"/>
                    <a:pt x="0" y="58"/>
                    <a:pt x="0" y="129"/>
                  </a:cubicBezTo>
                  <a:cubicBezTo>
                    <a:pt x="0" y="200"/>
                    <a:pt x="57" y="258"/>
                    <a:pt x="128" y="258"/>
                  </a:cubicBezTo>
                  <a:cubicBezTo>
                    <a:pt x="177" y="258"/>
                    <a:pt x="221" y="231"/>
                    <a:pt x="243" y="189"/>
                  </a:cubicBezTo>
                  <a:cubicBezTo>
                    <a:pt x="191" y="189"/>
                    <a:pt x="191" y="189"/>
                    <a:pt x="191" y="189"/>
                  </a:cubicBezTo>
                  <a:cubicBezTo>
                    <a:pt x="175" y="206"/>
                    <a:pt x="153" y="216"/>
                    <a:pt x="128" y="216"/>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3" name="Google Shape;253;g34b931218a4_1_41"/>
            <p:cNvSpPr/>
            <p:nvPr/>
          </p:nvSpPr>
          <p:spPr>
            <a:xfrm>
              <a:off x="4626" y="1655"/>
              <a:ext cx="1134" cy="1138"/>
            </a:xfrm>
            <a:custGeom>
              <a:avLst/>
              <a:gdLst/>
              <a:ahLst/>
              <a:cxnLst/>
              <a:rect l="l" t="t" r="r" b="b"/>
              <a:pathLst>
                <a:path w="258" h="258" extrusionOk="0">
                  <a:moveTo>
                    <a:pt x="129" y="216"/>
                  </a:moveTo>
                  <a:cubicBezTo>
                    <a:pt x="81" y="216"/>
                    <a:pt x="42" y="177"/>
                    <a:pt x="42" y="129"/>
                  </a:cubicBezTo>
                  <a:cubicBezTo>
                    <a:pt x="42" y="81"/>
                    <a:pt x="81" y="42"/>
                    <a:pt x="129" y="42"/>
                  </a:cubicBezTo>
                  <a:cubicBezTo>
                    <a:pt x="176" y="42"/>
                    <a:pt x="215" y="80"/>
                    <a:pt x="216" y="128"/>
                  </a:cubicBezTo>
                  <a:cubicBezTo>
                    <a:pt x="216" y="131"/>
                    <a:pt x="216" y="131"/>
                    <a:pt x="216" y="131"/>
                  </a:cubicBezTo>
                  <a:cubicBezTo>
                    <a:pt x="215" y="178"/>
                    <a:pt x="176" y="216"/>
                    <a:pt x="129" y="216"/>
                  </a:cubicBezTo>
                  <a:moveTo>
                    <a:pt x="258" y="129"/>
                  </a:moveTo>
                  <a:cubicBezTo>
                    <a:pt x="258" y="129"/>
                    <a:pt x="258" y="128"/>
                    <a:pt x="258" y="128"/>
                  </a:cubicBezTo>
                  <a:cubicBezTo>
                    <a:pt x="258" y="3"/>
                    <a:pt x="258" y="3"/>
                    <a:pt x="258" y="3"/>
                  </a:cubicBezTo>
                  <a:cubicBezTo>
                    <a:pt x="216" y="3"/>
                    <a:pt x="216" y="3"/>
                    <a:pt x="216" y="3"/>
                  </a:cubicBezTo>
                  <a:cubicBezTo>
                    <a:pt x="216" y="34"/>
                    <a:pt x="216" y="34"/>
                    <a:pt x="216" y="34"/>
                  </a:cubicBezTo>
                  <a:cubicBezTo>
                    <a:pt x="193" y="13"/>
                    <a:pt x="162" y="0"/>
                    <a:pt x="129" y="0"/>
                  </a:cubicBezTo>
                  <a:cubicBezTo>
                    <a:pt x="58" y="0"/>
                    <a:pt x="0" y="58"/>
                    <a:pt x="0" y="129"/>
                  </a:cubicBezTo>
                  <a:cubicBezTo>
                    <a:pt x="0" y="200"/>
                    <a:pt x="58" y="258"/>
                    <a:pt x="129" y="258"/>
                  </a:cubicBezTo>
                  <a:cubicBezTo>
                    <a:pt x="162" y="258"/>
                    <a:pt x="193" y="245"/>
                    <a:pt x="216" y="224"/>
                  </a:cubicBezTo>
                  <a:cubicBezTo>
                    <a:pt x="216" y="256"/>
                    <a:pt x="216" y="256"/>
                    <a:pt x="216" y="256"/>
                  </a:cubicBezTo>
                  <a:cubicBezTo>
                    <a:pt x="258" y="256"/>
                    <a:pt x="258" y="256"/>
                    <a:pt x="258" y="256"/>
                  </a:cubicBezTo>
                  <a:cubicBezTo>
                    <a:pt x="258" y="131"/>
                    <a:pt x="258" y="131"/>
                    <a:pt x="258" y="131"/>
                  </a:cubicBezTo>
                  <a:cubicBezTo>
                    <a:pt x="258" y="130"/>
                    <a:pt x="258" y="130"/>
                    <a:pt x="258" y="129"/>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4" name="Google Shape;254;g34b931218a4_1_41"/>
            <p:cNvSpPr/>
            <p:nvPr/>
          </p:nvSpPr>
          <p:spPr>
            <a:xfrm>
              <a:off x="1183" y="1651"/>
              <a:ext cx="1130" cy="1137"/>
            </a:xfrm>
            <a:custGeom>
              <a:avLst/>
              <a:gdLst/>
              <a:ahLst/>
              <a:cxnLst/>
              <a:rect l="l" t="t" r="r" b="b"/>
              <a:pathLst>
                <a:path w="257" h="258" extrusionOk="0">
                  <a:moveTo>
                    <a:pt x="129" y="42"/>
                  </a:moveTo>
                  <a:cubicBezTo>
                    <a:pt x="169" y="42"/>
                    <a:pt x="204" y="70"/>
                    <a:pt x="213" y="108"/>
                  </a:cubicBezTo>
                  <a:cubicBezTo>
                    <a:pt x="44" y="108"/>
                    <a:pt x="44" y="108"/>
                    <a:pt x="44" y="108"/>
                  </a:cubicBezTo>
                  <a:cubicBezTo>
                    <a:pt x="53" y="70"/>
                    <a:pt x="88" y="42"/>
                    <a:pt x="129" y="42"/>
                  </a:cubicBezTo>
                  <a:moveTo>
                    <a:pt x="129" y="216"/>
                  </a:moveTo>
                  <a:cubicBezTo>
                    <a:pt x="88" y="216"/>
                    <a:pt x="53" y="188"/>
                    <a:pt x="44" y="150"/>
                  </a:cubicBezTo>
                  <a:cubicBezTo>
                    <a:pt x="257" y="150"/>
                    <a:pt x="257" y="150"/>
                    <a:pt x="257" y="150"/>
                  </a:cubicBezTo>
                  <a:cubicBezTo>
                    <a:pt x="257" y="129"/>
                    <a:pt x="257" y="129"/>
                    <a:pt x="257" y="129"/>
                  </a:cubicBezTo>
                  <a:cubicBezTo>
                    <a:pt x="257" y="58"/>
                    <a:pt x="200" y="0"/>
                    <a:pt x="129" y="0"/>
                  </a:cubicBezTo>
                  <a:cubicBezTo>
                    <a:pt x="57" y="0"/>
                    <a:pt x="0" y="58"/>
                    <a:pt x="0" y="129"/>
                  </a:cubicBezTo>
                  <a:cubicBezTo>
                    <a:pt x="0" y="200"/>
                    <a:pt x="57" y="258"/>
                    <a:pt x="129" y="258"/>
                  </a:cubicBezTo>
                  <a:cubicBezTo>
                    <a:pt x="177" y="258"/>
                    <a:pt x="221" y="231"/>
                    <a:pt x="243" y="189"/>
                  </a:cubicBezTo>
                  <a:cubicBezTo>
                    <a:pt x="191" y="189"/>
                    <a:pt x="191" y="189"/>
                    <a:pt x="191" y="189"/>
                  </a:cubicBezTo>
                  <a:cubicBezTo>
                    <a:pt x="175" y="206"/>
                    <a:pt x="153" y="216"/>
                    <a:pt x="129" y="216"/>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5" name="Google Shape;255;g34b931218a4_1_41"/>
            <p:cNvSpPr/>
            <p:nvPr/>
          </p:nvSpPr>
          <p:spPr>
            <a:xfrm>
              <a:off x="0" y="1492"/>
              <a:ext cx="1315" cy="1336"/>
            </a:xfrm>
            <a:custGeom>
              <a:avLst/>
              <a:gdLst/>
              <a:ahLst/>
              <a:cxnLst/>
              <a:rect l="l" t="t" r="r" b="b"/>
              <a:pathLst>
                <a:path w="1315" h="1336" extrusionOk="0">
                  <a:moveTo>
                    <a:pt x="0" y="0"/>
                  </a:moveTo>
                  <a:lnTo>
                    <a:pt x="229" y="0"/>
                  </a:lnTo>
                  <a:lnTo>
                    <a:pt x="659" y="873"/>
                  </a:lnTo>
                  <a:lnTo>
                    <a:pt x="1090" y="0"/>
                  </a:lnTo>
                  <a:lnTo>
                    <a:pt x="1315" y="0"/>
                  </a:lnTo>
                  <a:lnTo>
                    <a:pt x="659" y="13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6" name="Google Shape;256;g34b931218a4_1_41"/>
            <p:cNvSpPr/>
            <p:nvPr/>
          </p:nvSpPr>
          <p:spPr>
            <a:xfrm>
              <a:off x="360" y="1492"/>
              <a:ext cx="594" cy="595"/>
            </a:xfrm>
            <a:custGeom>
              <a:avLst/>
              <a:gdLst/>
              <a:ahLst/>
              <a:cxnLst/>
              <a:rect l="l" t="t" r="r" b="b"/>
              <a:pathLst>
                <a:path w="135" h="135" extrusionOk="0">
                  <a:moveTo>
                    <a:pt x="0" y="0"/>
                  </a:moveTo>
                  <a:cubicBezTo>
                    <a:pt x="68" y="135"/>
                    <a:pt x="68" y="135"/>
                    <a:pt x="68" y="135"/>
                  </a:cubicBezTo>
                  <a:cubicBezTo>
                    <a:pt x="135" y="0"/>
                    <a:pt x="135" y="0"/>
                    <a:pt x="135" y="0"/>
                  </a:cubicBezTo>
                  <a:cubicBezTo>
                    <a:pt x="135" y="0"/>
                    <a:pt x="0" y="0"/>
                    <a:pt x="0"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Section break slide">
  <p:cSld name="Section break slide">
    <p:bg>
      <p:bgPr>
        <a:solidFill>
          <a:schemeClr val="dk2"/>
        </a:solidFill>
        <a:effectLst/>
      </p:bgPr>
    </p:bg>
    <p:spTree>
      <p:nvGrpSpPr>
        <p:cNvPr id="1" name="Shape 257"/>
        <p:cNvGrpSpPr/>
        <p:nvPr/>
      </p:nvGrpSpPr>
      <p:grpSpPr>
        <a:xfrm>
          <a:off x="0" y="0"/>
          <a:ext cx="0" cy="0"/>
          <a:chOff x="0" y="0"/>
          <a:chExt cx="0" cy="0"/>
        </a:xfrm>
      </p:grpSpPr>
      <p:sp>
        <p:nvSpPr>
          <p:cNvPr id="258" name="Google Shape;258;g34b931218a4_1_49"/>
          <p:cNvSpPr txBox="1">
            <a:spLocks noGrp="1"/>
          </p:cNvSpPr>
          <p:nvPr>
            <p:ph type="ctrTitle"/>
          </p:nvPr>
        </p:nvSpPr>
        <p:spPr>
          <a:xfrm>
            <a:off x="1524000" y="1631148"/>
            <a:ext cx="9144000" cy="2387600"/>
          </a:xfrm>
          <a:prstGeom prst="rect">
            <a:avLst/>
          </a:prstGeom>
          <a:noFill/>
          <a:ln>
            <a:noFill/>
          </a:ln>
        </p:spPr>
        <p:txBody>
          <a:bodyPr spcFirstLastPara="1" wrap="square" lIns="91425" tIns="45700" rIns="91425" bIns="45700" anchor="b" anchorCtr="0">
            <a:noAutofit/>
          </a:bodyPr>
          <a:lstStyle>
            <a:lvl1pPr lvl="0" algn="ctr">
              <a:lnSpc>
                <a:spcPct val="70000"/>
              </a:lnSpc>
              <a:spcBef>
                <a:spcPts val="0"/>
              </a:spcBef>
              <a:spcAft>
                <a:spcPts val="0"/>
              </a:spcAft>
              <a:buClr>
                <a:schemeClr val="lt1"/>
              </a:buClr>
              <a:buSzPts val="5400"/>
              <a:buFont typeface="Calibri"/>
              <a:buNone/>
              <a:defRPr sz="54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9" name="Google Shape;259;g34b931218a4_1_49"/>
          <p:cNvSpPr txBox="1">
            <a:spLocks noGrp="1"/>
          </p:cNvSpPr>
          <p:nvPr>
            <p:ph type="subTitle" idx="1"/>
          </p:nvPr>
        </p:nvSpPr>
        <p:spPr>
          <a:xfrm>
            <a:off x="805543" y="3930200"/>
            <a:ext cx="10580914" cy="892630"/>
          </a:xfrm>
          <a:prstGeom prst="rect">
            <a:avLst/>
          </a:prstGeom>
          <a:noFill/>
          <a:ln>
            <a:noFill/>
          </a:ln>
        </p:spPr>
        <p:txBody>
          <a:bodyPr spcFirstLastPara="1" wrap="square" lIns="91425" tIns="45700" rIns="91425" bIns="45700" anchor="t" anchorCtr="0">
            <a:normAutofit/>
          </a:bodyPr>
          <a:lstStyle>
            <a:lvl1pPr lvl="0" algn="ctr">
              <a:lnSpc>
                <a:spcPct val="80000"/>
              </a:lnSpc>
              <a:spcBef>
                <a:spcPts val="1000"/>
              </a:spcBef>
              <a:spcAft>
                <a:spcPts val="0"/>
              </a:spcAft>
              <a:buSzPts val="3600"/>
              <a:buNone/>
              <a:defRPr sz="3600">
                <a:solidFill>
                  <a:srgbClr val="FEEBD0"/>
                </a:solidFill>
                <a:latin typeface="Calibri"/>
                <a:ea typeface="Calibri"/>
                <a:cs typeface="Calibri"/>
                <a:sym typeface="Calibri"/>
              </a:defRPr>
            </a:lvl1pPr>
            <a:lvl2pPr lvl="1" algn="ctr">
              <a:lnSpc>
                <a:spcPct val="80000"/>
              </a:lnSpc>
              <a:spcBef>
                <a:spcPts val="600"/>
              </a:spcBef>
              <a:spcAft>
                <a:spcPts val="0"/>
              </a:spcAft>
              <a:buClr>
                <a:srgbClr val="4A4B4E"/>
              </a:buClr>
              <a:buSzPts val="2000"/>
              <a:buNone/>
              <a:defRPr sz="2000"/>
            </a:lvl2pPr>
            <a:lvl3pPr lvl="2" algn="ctr">
              <a:lnSpc>
                <a:spcPct val="80000"/>
              </a:lnSpc>
              <a:spcBef>
                <a:spcPts val="600"/>
              </a:spcBef>
              <a:spcAft>
                <a:spcPts val="0"/>
              </a:spcAft>
              <a:buClr>
                <a:srgbClr val="4A4B4E"/>
              </a:buClr>
              <a:buSzPts val="1800"/>
              <a:buNone/>
              <a:defRPr sz="1800"/>
            </a:lvl3pPr>
            <a:lvl4pPr lvl="3" algn="ctr">
              <a:lnSpc>
                <a:spcPct val="80000"/>
              </a:lnSpc>
              <a:spcBef>
                <a:spcPts val="600"/>
              </a:spcBef>
              <a:spcAft>
                <a:spcPts val="0"/>
              </a:spcAft>
              <a:buClr>
                <a:srgbClr val="4A4B4E"/>
              </a:buClr>
              <a:buSzPts val="1600"/>
              <a:buNone/>
              <a:defRPr sz="1600"/>
            </a:lvl4pPr>
            <a:lvl5pPr lvl="4" algn="ctr">
              <a:lnSpc>
                <a:spcPct val="80000"/>
              </a:lnSpc>
              <a:spcBef>
                <a:spcPts val="600"/>
              </a:spcBef>
              <a:spcAft>
                <a:spcPts val="0"/>
              </a:spcAft>
              <a:buClr>
                <a:srgbClr val="4A4B4E"/>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260" name="Google Shape;260;g34b931218a4_1_49"/>
          <p:cNvGrpSpPr/>
          <p:nvPr/>
        </p:nvGrpSpPr>
        <p:grpSpPr>
          <a:xfrm>
            <a:off x="5645986" y="1412969"/>
            <a:ext cx="900028" cy="914400"/>
            <a:chOff x="5127584" y="2099392"/>
            <a:chExt cx="555329" cy="564197"/>
          </a:xfrm>
        </p:grpSpPr>
        <p:sp>
          <p:nvSpPr>
            <p:cNvPr id="261" name="Google Shape;261;g34b931218a4_1_49"/>
            <p:cNvSpPr/>
            <p:nvPr/>
          </p:nvSpPr>
          <p:spPr>
            <a:xfrm>
              <a:off x="5127584" y="2099392"/>
              <a:ext cx="555329" cy="564197"/>
            </a:xfrm>
            <a:custGeom>
              <a:avLst/>
              <a:gdLst/>
              <a:ahLst/>
              <a:cxnLst/>
              <a:rect l="l" t="t" r="r" b="b"/>
              <a:pathLst>
                <a:path w="1315" h="1336" extrusionOk="0">
                  <a:moveTo>
                    <a:pt x="0" y="0"/>
                  </a:moveTo>
                  <a:lnTo>
                    <a:pt x="229" y="0"/>
                  </a:lnTo>
                  <a:lnTo>
                    <a:pt x="659" y="873"/>
                  </a:lnTo>
                  <a:lnTo>
                    <a:pt x="1090" y="0"/>
                  </a:lnTo>
                  <a:lnTo>
                    <a:pt x="1315" y="0"/>
                  </a:lnTo>
                  <a:lnTo>
                    <a:pt x="659" y="13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2" name="Google Shape;262;g34b931218a4_1_49"/>
            <p:cNvSpPr/>
            <p:nvPr/>
          </p:nvSpPr>
          <p:spPr>
            <a:xfrm>
              <a:off x="5279613" y="2099392"/>
              <a:ext cx="250848" cy="251270"/>
            </a:xfrm>
            <a:custGeom>
              <a:avLst/>
              <a:gdLst/>
              <a:ahLst/>
              <a:cxnLst/>
              <a:rect l="l" t="t" r="r" b="b"/>
              <a:pathLst>
                <a:path w="135" h="135" extrusionOk="0">
                  <a:moveTo>
                    <a:pt x="0" y="0"/>
                  </a:moveTo>
                  <a:cubicBezTo>
                    <a:pt x="68" y="135"/>
                    <a:pt x="68" y="135"/>
                    <a:pt x="68" y="135"/>
                  </a:cubicBezTo>
                  <a:cubicBezTo>
                    <a:pt x="135" y="0"/>
                    <a:pt x="135" y="0"/>
                    <a:pt x="135" y="0"/>
                  </a:cubicBezTo>
                  <a:cubicBezTo>
                    <a:pt x="135" y="0"/>
                    <a:pt x="0" y="0"/>
                    <a:pt x="0"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ubtitle Content">
  <p:cSld name="Title Subtitle Content">
    <p:spTree>
      <p:nvGrpSpPr>
        <p:cNvPr id="1" name="Shape 263"/>
        <p:cNvGrpSpPr/>
        <p:nvPr/>
      </p:nvGrpSpPr>
      <p:grpSpPr>
        <a:xfrm>
          <a:off x="0" y="0"/>
          <a:ext cx="0" cy="0"/>
          <a:chOff x="0" y="0"/>
          <a:chExt cx="0" cy="0"/>
        </a:xfrm>
      </p:grpSpPr>
      <p:sp>
        <p:nvSpPr>
          <p:cNvPr id="264" name="Google Shape;264;g34b931218a4_1_55"/>
          <p:cNvSpPr txBox="1">
            <a:spLocks noGrp="1"/>
          </p:cNvSpPr>
          <p:nvPr>
            <p:ph type="body" idx="1"/>
          </p:nvPr>
        </p:nvSpPr>
        <p:spPr>
          <a:xfrm>
            <a:off x="826624" y="1371600"/>
            <a:ext cx="10538752" cy="5105400"/>
          </a:xfrm>
          <a:prstGeom prst="rect">
            <a:avLst/>
          </a:prstGeom>
          <a:noFill/>
          <a:ln>
            <a:noFill/>
          </a:ln>
        </p:spPr>
        <p:txBody>
          <a:bodyPr spcFirstLastPara="1" wrap="square" lIns="91425" tIns="45700" rIns="91425" bIns="45700" anchor="t" anchorCtr="0">
            <a:noAutofit/>
          </a:bodyPr>
          <a:lstStyle>
            <a:lvl1pPr marL="457200" lvl="0" indent="-381000" algn="l">
              <a:lnSpc>
                <a:spcPct val="80000"/>
              </a:lnSpc>
              <a:spcBef>
                <a:spcPts val="1000"/>
              </a:spcBef>
              <a:spcAft>
                <a:spcPts val="0"/>
              </a:spcAft>
              <a:buSzPts val="2400"/>
              <a:buChar char="•"/>
              <a:defRPr/>
            </a:lvl1pPr>
            <a:lvl2pPr marL="914400" lvl="1" indent="-349250" algn="l">
              <a:lnSpc>
                <a:spcPct val="80000"/>
              </a:lnSpc>
              <a:spcBef>
                <a:spcPts val="600"/>
              </a:spcBef>
              <a:spcAft>
                <a:spcPts val="0"/>
              </a:spcAft>
              <a:buClr>
                <a:srgbClr val="4A4B4E"/>
              </a:buClr>
              <a:buSzPts val="1900"/>
              <a:buChar char="−"/>
              <a:defRPr/>
            </a:lvl2pPr>
            <a:lvl3pPr marL="1371600" lvl="2" indent="-330200" algn="l">
              <a:lnSpc>
                <a:spcPct val="80000"/>
              </a:lnSpc>
              <a:spcBef>
                <a:spcPts val="600"/>
              </a:spcBef>
              <a:spcAft>
                <a:spcPts val="0"/>
              </a:spcAft>
              <a:buClr>
                <a:srgbClr val="4A4B4E"/>
              </a:buClr>
              <a:buSzPts val="1600"/>
              <a:buChar char="•"/>
              <a:defRPr/>
            </a:lvl3pPr>
            <a:lvl4pPr marL="1828800" lvl="3" indent="-330200" algn="l">
              <a:lnSpc>
                <a:spcPct val="80000"/>
              </a:lnSpc>
              <a:spcBef>
                <a:spcPts val="600"/>
              </a:spcBef>
              <a:spcAft>
                <a:spcPts val="0"/>
              </a:spcAft>
              <a:buClr>
                <a:srgbClr val="4A4B4E"/>
              </a:buClr>
              <a:buSzPts val="1600"/>
              <a:buChar char="•"/>
              <a:defRPr/>
            </a:lvl4pPr>
            <a:lvl5pPr marL="2286000" lvl="4" indent="-330200" algn="l">
              <a:lnSpc>
                <a:spcPct val="80000"/>
              </a:lnSpc>
              <a:spcBef>
                <a:spcPts val="600"/>
              </a:spcBef>
              <a:spcAft>
                <a:spcPts val="0"/>
              </a:spcAft>
              <a:buClr>
                <a:srgbClr val="4A4B4E"/>
              </a:buClr>
              <a:buSzPts val="16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65" name="Google Shape;265;g34b931218a4_1_55"/>
          <p:cNvSpPr txBox="1">
            <a:spLocks noGrp="1"/>
          </p:cNvSpPr>
          <p:nvPr>
            <p:ph type="body" idx="2"/>
          </p:nvPr>
        </p:nvSpPr>
        <p:spPr>
          <a:xfrm>
            <a:off x="765969" y="907082"/>
            <a:ext cx="10660063" cy="579664"/>
          </a:xfrm>
          <a:prstGeom prst="rect">
            <a:avLst/>
          </a:prstGeom>
          <a:noFill/>
          <a:ln>
            <a:noFill/>
          </a:ln>
        </p:spPr>
        <p:txBody>
          <a:bodyPr spcFirstLastPara="1" wrap="square" lIns="91425" tIns="45700" rIns="91425" bIns="45700" anchor="t" anchorCtr="0">
            <a:noAutofit/>
          </a:bodyPr>
          <a:lstStyle>
            <a:lvl1pPr marL="457200" lvl="0" indent="-228600" algn="ctr">
              <a:lnSpc>
                <a:spcPct val="80000"/>
              </a:lnSpc>
              <a:spcBef>
                <a:spcPts val="1000"/>
              </a:spcBef>
              <a:spcAft>
                <a:spcPts val="0"/>
              </a:spcAft>
              <a:buSzPts val="2600"/>
              <a:buNone/>
              <a:defRPr sz="2600">
                <a:solidFill>
                  <a:srgbClr val="87888D"/>
                </a:solidFill>
              </a:defRPr>
            </a:lvl1pPr>
            <a:lvl2pPr marL="914400" lvl="1" indent="-342900" algn="l">
              <a:lnSpc>
                <a:spcPct val="80000"/>
              </a:lnSpc>
              <a:spcBef>
                <a:spcPts val="600"/>
              </a:spcBef>
              <a:spcAft>
                <a:spcPts val="0"/>
              </a:spcAft>
              <a:buClr>
                <a:srgbClr val="4A4B4E"/>
              </a:buClr>
              <a:buSzPts val="1800"/>
              <a:buChar char="−"/>
              <a:defRPr/>
            </a:lvl2pPr>
            <a:lvl3pPr marL="1371600" lvl="2" indent="-342900" algn="l">
              <a:lnSpc>
                <a:spcPct val="80000"/>
              </a:lnSpc>
              <a:spcBef>
                <a:spcPts val="600"/>
              </a:spcBef>
              <a:spcAft>
                <a:spcPts val="0"/>
              </a:spcAft>
              <a:buClr>
                <a:srgbClr val="4A4B4E"/>
              </a:buClr>
              <a:buSzPts val="1800"/>
              <a:buChar char="•"/>
              <a:defRPr/>
            </a:lvl3pPr>
            <a:lvl4pPr marL="1828800" lvl="3" indent="-342900" algn="l">
              <a:lnSpc>
                <a:spcPct val="80000"/>
              </a:lnSpc>
              <a:spcBef>
                <a:spcPts val="600"/>
              </a:spcBef>
              <a:spcAft>
                <a:spcPts val="0"/>
              </a:spcAft>
              <a:buClr>
                <a:srgbClr val="4A4B4E"/>
              </a:buClr>
              <a:buSzPts val="1800"/>
              <a:buChar char="•"/>
              <a:defRPr/>
            </a:lvl4pPr>
            <a:lvl5pPr marL="2286000" lvl="4" indent="-342900" algn="l">
              <a:lnSpc>
                <a:spcPct val="80000"/>
              </a:lnSpc>
              <a:spcBef>
                <a:spcPts val="600"/>
              </a:spcBef>
              <a:spcAft>
                <a:spcPts val="0"/>
              </a:spcAft>
              <a:buClr>
                <a:srgbClr val="4A4B4E"/>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66" name="Google Shape;266;g34b931218a4_1_55"/>
          <p:cNvSpPr txBox="1">
            <a:spLocks noGrp="1"/>
          </p:cNvSpPr>
          <p:nvPr>
            <p:ph type="title"/>
          </p:nvPr>
        </p:nvSpPr>
        <p:spPr>
          <a:xfrm>
            <a:off x="276303" y="96275"/>
            <a:ext cx="11639394" cy="970525"/>
          </a:xfrm>
          <a:prstGeom prst="rect">
            <a:avLst/>
          </a:prstGeom>
          <a:noFill/>
          <a:ln>
            <a:noFill/>
          </a:ln>
        </p:spPr>
        <p:txBody>
          <a:bodyPr spcFirstLastPara="1" wrap="square" lIns="91425" tIns="45700" rIns="91425" bIns="45700" anchor="ctr" anchorCtr="0">
            <a:noAutofit/>
          </a:bodyPr>
          <a:lstStyle>
            <a:lvl1pPr lvl="0" algn="ctr">
              <a:lnSpc>
                <a:spcPct val="7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matchingName="Blank White">
  <p:cSld name="Blank White">
    <p:spTree>
      <p:nvGrpSpPr>
        <p:cNvPr id="1" name="Shape 267"/>
        <p:cNvGrpSpPr/>
        <p:nvPr/>
      </p:nvGrpSpPr>
      <p:grpSpPr>
        <a:xfrm>
          <a:off x="0" y="0"/>
          <a:ext cx="0" cy="0"/>
          <a:chOff x="0" y="0"/>
          <a:chExt cx="0" cy="0"/>
        </a:xfrm>
      </p:grpSpPr>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Cover Slide1] - Insert cover photo">
    <p:bg>
      <p:bgRef idx="1001">
        <a:schemeClr val="bg1"/>
      </p:bgRef>
    </p:bg>
    <p:spTree>
      <p:nvGrpSpPr>
        <p:cNvPr id="1" name=""/>
        <p:cNvGrpSpPr/>
        <p:nvPr/>
      </p:nvGrpSpPr>
      <p:grpSpPr>
        <a:xfrm>
          <a:off x="0" y="0"/>
          <a:ext cx="0" cy="0"/>
          <a:chOff x="0" y="0"/>
          <a:chExt cx="0" cy="0"/>
        </a:xfrm>
      </p:grpSpPr>
      <p:pic>
        <p:nvPicPr>
          <p:cNvPr id="12" name="Picture 11" descr="A person looking at a computer&#10;&#10;Description automatically generated with medium confidence"/>
          <p:cNvPicPr>
            <a:picLocks noChangeAspect="1"/>
          </p:cNvPicPr>
          <p:nvPr userDrawn="1"/>
        </p:nvPicPr>
        <p:blipFill rotWithShape="1">
          <a:blip r:embed="rId2" cstate="email">
            <a:extLst>
              <a:ext uri="{BEBA8EAE-BF5A-486C-A8C5-ECC9F3942E4B}">
                <a14:imgProps xmlns:a14="http://schemas.microsoft.com/office/drawing/2010/main">
                  <a14:imgLayer r:embed="rId3">
                    <a14:imgEffect>
                      <a14:brightnessContrast bright="-40000" contrast="40000"/>
                    </a14:imgEffect>
                  </a14:imgLayer>
                </a14:imgProps>
              </a:ext>
            </a:extLst>
          </a:blip>
          <a:srcRect/>
          <a:stretch>
            <a:fillRect/>
          </a:stretch>
        </p:blipFill>
        <p:spPr>
          <a:xfrm>
            <a:off x="0" y="0"/>
            <a:ext cx="12192000" cy="6858000"/>
          </a:xfrm>
          <a:prstGeom prst="rect">
            <a:avLst/>
          </a:prstGeom>
        </p:spPr>
      </p:pic>
      <p:graphicFrame>
        <p:nvGraphicFramePr>
          <p:cNvPr id="5" name="Object 4" hidden="1"/>
          <p:cNvGraphicFramePr>
            <a:graphicFrameLocks noChangeAspect="1"/>
          </p:cNvGraphicFramePr>
          <p:nvPr userDrawn="1">
            <p:custDataLst>
              <p:tags r:id="rId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Slide" r:id="rId5" imgW="0" imgH="0" progId="TCLayout.ActiveDocument.1">
                  <p:embed/>
                </p:oleObj>
              </mc:Choice>
              <mc:Fallback>
                <p:oleObj name="think-cell Slide" r:id="rId5" imgW="0" imgH="0" progId="TCLayout.ActiveDocument.1">
                  <p:embed/>
                  <p:pic>
                    <p:nvPicPr>
                      <p:cNvPr id="0"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4" name="Title 1"/>
          <p:cNvSpPr>
            <a:spLocks noGrp="1"/>
          </p:cNvSpPr>
          <p:nvPr>
            <p:ph type="ctrTitle" hasCustomPrompt="1"/>
          </p:nvPr>
        </p:nvSpPr>
        <p:spPr>
          <a:xfrm>
            <a:off x="1616838" y="1970414"/>
            <a:ext cx="9144000" cy="1208311"/>
          </a:xfrm>
        </p:spPr>
        <p:txBody>
          <a:bodyPr vert="horz" anchor="ctr"/>
          <a:lstStyle>
            <a:lvl1pPr algn="l">
              <a:lnSpc>
                <a:spcPct val="80000"/>
              </a:lnSpc>
              <a:defRPr sz="4000" b="1">
                <a:solidFill>
                  <a:schemeClr val="bg1"/>
                </a:solidFill>
                <a:latin typeface="Calibri Light" panose="020F0302020204030204" pitchFamily="34" charset="0"/>
                <a:cs typeface="Calibri Light" panose="020F0302020204030204" pitchFamily="34" charset="0"/>
              </a:defRPr>
            </a:lvl1pPr>
          </a:lstStyle>
          <a:p>
            <a:r>
              <a:rPr lang="en-US"/>
              <a:t>Presentation Title</a:t>
            </a:r>
            <a:endParaRPr lang="en-US"/>
          </a:p>
        </p:txBody>
      </p:sp>
      <p:sp>
        <p:nvSpPr>
          <p:cNvPr id="25" name="Subtitle 2"/>
          <p:cNvSpPr>
            <a:spLocks noGrp="1"/>
          </p:cNvSpPr>
          <p:nvPr>
            <p:ph type="subTitle" idx="1" hasCustomPrompt="1"/>
          </p:nvPr>
        </p:nvSpPr>
        <p:spPr>
          <a:xfrm>
            <a:off x="1616838" y="3192211"/>
            <a:ext cx="9144000" cy="532785"/>
          </a:xfrm>
        </p:spPr>
        <p:txBody>
          <a:bodyPr anchor="ctr">
            <a:noAutofit/>
          </a:bodyPr>
          <a:lstStyle>
            <a:lvl1pPr marL="0" indent="0" algn="l">
              <a:lnSpc>
                <a:spcPct val="80000"/>
              </a:lnSpc>
              <a:buNone/>
              <a:defRPr sz="2400">
                <a:solidFill>
                  <a:schemeClr val="bg1"/>
                </a:solidFill>
                <a:latin typeface="Calibri Light" panose="020F0302020204030204" pitchFamily="34" charset="0"/>
                <a:cs typeface="Calibri Light" panose="020F03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 o edit master subtitle style</a:t>
            </a:r>
            <a:endParaRPr lang="en-US"/>
          </a:p>
        </p:txBody>
      </p:sp>
      <p:sp>
        <p:nvSpPr>
          <p:cNvPr id="82" name="Text Placeholder 81"/>
          <p:cNvSpPr>
            <a:spLocks noGrp="1"/>
          </p:cNvSpPr>
          <p:nvPr userDrawn="1">
            <p:ph type="body" sz="quarter" idx="10" hasCustomPrompt="1"/>
          </p:nvPr>
        </p:nvSpPr>
        <p:spPr>
          <a:xfrm>
            <a:off x="1616839" y="4317683"/>
            <a:ext cx="9144000" cy="419100"/>
          </a:xfrm>
        </p:spPr>
        <p:txBody>
          <a:bodyPr anchor="ctr"/>
          <a:lstStyle>
            <a:lvl1pPr marL="0" indent="0" algn="l">
              <a:buNone/>
              <a:defRPr sz="2000">
                <a:solidFill>
                  <a:schemeClr val="bg1"/>
                </a:solidFill>
              </a:defRPr>
            </a:lvl1pPr>
          </a:lstStyle>
          <a:p>
            <a:pPr lvl="0"/>
            <a:r>
              <a:rPr lang="en-US"/>
              <a:t>Speaker (optional)</a:t>
            </a:r>
            <a:endParaRPr lang="en-US"/>
          </a:p>
        </p:txBody>
      </p:sp>
      <p:sp>
        <p:nvSpPr>
          <p:cNvPr id="83" name="Text Placeholder 81"/>
          <p:cNvSpPr>
            <a:spLocks noGrp="1"/>
          </p:cNvSpPr>
          <p:nvPr userDrawn="1">
            <p:ph type="body" sz="quarter" idx="11" hasCustomPrompt="1"/>
          </p:nvPr>
        </p:nvSpPr>
        <p:spPr>
          <a:xfrm>
            <a:off x="1616839" y="4736783"/>
            <a:ext cx="9144000" cy="419100"/>
          </a:xfrm>
        </p:spPr>
        <p:txBody>
          <a:bodyPr anchor="ctr"/>
          <a:lstStyle>
            <a:lvl1pPr marL="0" indent="0" algn="l">
              <a:buNone/>
              <a:defRPr sz="1600">
                <a:solidFill>
                  <a:schemeClr val="bg1"/>
                </a:solidFill>
              </a:defRPr>
            </a:lvl1pPr>
          </a:lstStyle>
          <a:p>
            <a:pPr lvl="0"/>
            <a:r>
              <a:rPr lang="en-US"/>
              <a:t>Date (optional)</a:t>
            </a:r>
            <a:endParaRPr lang="en-US"/>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1_Title Slide">
  <p:cSld name="1_Title Slide">
    <p:bg>
      <p:bgPr>
        <a:solidFill>
          <a:schemeClr val="dk2"/>
        </a:solidFill>
        <a:effectLst/>
      </p:bgPr>
    </p:bg>
    <p:spTree>
      <p:nvGrpSpPr>
        <p:cNvPr id="1" name="Shape 17"/>
        <p:cNvGrpSpPr/>
        <p:nvPr/>
      </p:nvGrpSpPr>
      <p:grpSpPr>
        <a:xfrm>
          <a:off x="0" y="0"/>
          <a:ext cx="0" cy="0"/>
          <a:chOff x="0" y="0"/>
          <a:chExt cx="0" cy="0"/>
        </a:xfrm>
      </p:grpSpPr>
      <p:sp>
        <p:nvSpPr>
          <p:cNvPr id="18" name="Google Shape;18;p20"/>
          <p:cNvSpPr txBox="1">
            <a:spLocks noGrp="1"/>
          </p:cNvSpPr>
          <p:nvPr>
            <p:ph type="ctrTitle"/>
          </p:nvPr>
        </p:nvSpPr>
        <p:spPr>
          <a:xfrm>
            <a:off x="1524000" y="1092222"/>
            <a:ext cx="9144000" cy="2299052"/>
          </a:xfrm>
          <a:prstGeom prst="rect">
            <a:avLst/>
          </a:prstGeom>
          <a:noFill/>
          <a:ln>
            <a:noFill/>
          </a:ln>
        </p:spPr>
        <p:txBody>
          <a:bodyPr spcFirstLastPara="1" wrap="square" lIns="91425" tIns="45700" rIns="91425" bIns="45700" anchor="b" anchorCtr="0">
            <a:noAutofit/>
          </a:bodyPr>
          <a:lstStyle>
            <a:lvl1pPr lvl="0" algn="ctr">
              <a:lnSpc>
                <a:spcPct val="80000"/>
              </a:lnSpc>
              <a:spcBef>
                <a:spcPts val="0"/>
              </a:spcBef>
              <a:spcAft>
                <a:spcPts val="0"/>
              </a:spcAft>
              <a:buClr>
                <a:schemeClr val="lt1"/>
              </a:buClr>
              <a:buSzPts val="6000"/>
              <a:buFont typeface="Calibri"/>
              <a:buNone/>
              <a:defRPr sz="60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0"/>
          <p:cNvSpPr txBox="1">
            <a:spLocks noGrp="1"/>
          </p:cNvSpPr>
          <p:nvPr>
            <p:ph type="subTitle" idx="1"/>
          </p:nvPr>
        </p:nvSpPr>
        <p:spPr>
          <a:xfrm>
            <a:off x="805543" y="3391274"/>
            <a:ext cx="10580914" cy="892630"/>
          </a:xfrm>
          <a:prstGeom prst="rect">
            <a:avLst/>
          </a:prstGeom>
          <a:noFill/>
          <a:ln>
            <a:noFill/>
          </a:ln>
        </p:spPr>
        <p:txBody>
          <a:bodyPr spcFirstLastPara="1" wrap="square" lIns="91425" tIns="45700" rIns="91425" bIns="45700" anchor="t" anchorCtr="0">
            <a:normAutofit/>
          </a:bodyPr>
          <a:lstStyle>
            <a:lvl1pPr lvl="0" algn="ctr">
              <a:lnSpc>
                <a:spcPct val="80000"/>
              </a:lnSpc>
              <a:spcBef>
                <a:spcPts val="1000"/>
              </a:spcBef>
              <a:spcAft>
                <a:spcPts val="0"/>
              </a:spcAft>
              <a:buSzPts val="4000"/>
              <a:buNone/>
              <a:defRPr sz="4000">
                <a:solidFill>
                  <a:srgbClr val="FEEBD0"/>
                </a:solidFill>
                <a:latin typeface="Calibri"/>
                <a:ea typeface="Calibri"/>
                <a:cs typeface="Calibri"/>
                <a:sym typeface="Calibri"/>
              </a:defRPr>
            </a:lvl1pPr>
            <a:lvl2pPr lvl="1" algn="ctr">
              <a:lnSpc>
                <a:spcPct val="80000"/>
              </a:lnSpc>
              <a:spcBef>
                <a:spcPts val="600"/>
              </a:spcBef>
              <a:spcAft>
                <a:spcPts val="0"/>
              </a:spcAft>
              <a:buClr>
                <a:srgbClr val="4A4B4E"/>
              </a:buClr>
              <a:buSzPts val="2000"/>
              <a:buNone/>
              <a:defRPr sz="2000"/>
            </a:lvl2pPr>
            <a:lvl3pPr lvl="2" algn="ctr">
              <a:lnSpc>
                <a:spcPct val="80000"/>
              </a:lnSpc>
              <a:spcBef>
                <a:spcPts val="600"/>
              </a:spcBef>
              <a:spcAft>
                <a:spcPts val="0"/>
              </a:spcAft>
              <a:buClr>
                <a:srgbClr val="4A4B4E"/>
              </a:buClr>
              <a:buSzPts val="1800"/>
              <a:buNone/>
              <a:defRPr sz="1800"/>
            </a:lvl3pPr>
            <a:lvl4pPr lvl="3" algn="ctr">
              <a:lnSpc>
                <a:spcPct val="80000"/>
              </a:lnSpc>
              <a:spcBef>
                <a:spcPts val="600"/>
              </a:spcBef>
              <a:spcAft>
                <a:spcPts val="0"/>
              </a:spcAft>
              <a:buClr>
                <a:srgbClr val="4A4B4E"/>
              </a:buClr>
              <a:buSzPts val="1600"/>
              <a:buNone/>
              <a:defRPr sz="1600"/>
            </a:lvl4pPr>
            <a:lvl5pPr lvl="4" algn="ctr">
              <a:lnSpc>
                <a:spcPct val="80000"/>
              </a:lnSpc>
              <a:spcBef>
                <a:spcPts val="600"/>
              </a:spcBef>
              <a:spcAft>
                <a:spcPts val="0"/>
              </a:spcAft>
              <a:buClr>
                <a:srgbClr val="4A4B4E"/>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20" name="Google Shape;20;p20"/>
          <p:cNvGrpSpPr/>
          <p:nvPr/>
        </p:nvGrpSpPr>
        <p:grpSpPr>
          <a:xfrm>
            <a:off x="4879767" y="5158664"/>
            <a:ext cx="2432467" cy="564197"/>
            <a:chOff x="0" y="1492"/>
            <a:chExt cx="5760" cy="1336"/>
          </a:xfrm>
        </p:grpSpPr>
        <p:sp>
          <p:nvSpPr>
            <p:cNvPr id="21" name="Google Shape;21;p20"/>
            <p:cNvSpPr/>
            <p:nvPr/>
          </p:nvSpPr>
          <p:spPr>
            <a:xfrm>
              <a:off x="3518" y="1664"/>
              <a:ext cx="1165" cy="1164"/>
            </a:xfrm>
            <a:custGeom>
              <a:avLst/>
              <a:gdLst/>
              <a:ahLst/>
              <a:cxnLst/>
              <a:rect l="l" t="t" r="r" b="b"/>
              <a:pathLst>
                <a:path w="265" h="264" extrusionOk="0">
                  <a:moveTo>
                    <a:pt x="265" y="0"/>
                  </a:moveTo>
                  <a:cubicBezTo>
                    <a:pt x="215" y="0"/>
                    <a:pt x="215" y="0"/>
                    <a:pt x="215" y="0"/>
                  </a:cubicBezTo>
                  <a:cubicBezTo>
                    <a:pt x="132" y="166"/>
                    <a:pt x="132" y="166"/>
                    <a:pt x="132" y="166"/>
                  </a:cubicBezTo>
                  <a:cubicBezTo>
                    <a:pt x="49" y="0"/>
                    <a:pt x="49" y="0"/>
                    <a:pt x="49" y="0"/>
                  </a:cubicBezTo>
                  <a:cubicBezTo>
                    <a:pt x="0" y="0"/>
                    <a:pt x="0" y="0"/>
                    <a:pt x="0" y="0"/>
                  </a:cubicBezTo>
                  <a:cubicBezTo>
                    <a:pt x="53" y="104"/>
                    <a:pt x="132" y="264"/>
                    <a:pt x="132" y="264"/>
                  </a:cubicBezTo>
                  <a:lnTo>
                    <a:pt x="265"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 name="Google Shape;22;p20"/>
            <p:cNvSpPr/>
            <p:nvPr/>
          </p:nvSpPr>
          <p:spPr>
            <a:xfrm>
              <a:off x="2440" y="1651"/>
              <a:ext cx="1130" cy="1137"/>
            </a:xfrm>
            <a:custGeom>
              <a:avLst/>
              <a:gdLst/>
              <a:ahLst/>
              <a:cxnLst/>
              <a:rect l="l" t="t" r="r" b="b"/>
              <a:pathLst>
                <a:path w="257" h="258" extrusionOk="0">
                  <a:moveTo>
                    <a:pt x="128" y="42"/>
                  </a:moveTo>
                  <a:cubicBezTo>
                    <a:pt x="169" y="42"/>
                    <a:pt x="204" y="70"/>
                    <a:pt x="213" y="108"/>
                  </a:cubicBezTo>
                  <a:cubicBezTo>
                    <a:pt x="44" y="108"/>
                    <a:pt x="44" y="108"/>
                    <a:pt x="44" y="108"/>
                  </a:cubicBezTo>
                  <a:cubicBezTo>
                    <a:pt x="53" y="70"/>
                    <a:pt x="88" y="42"/>
                    <a:pt x="128" y="42"/>
                  </a:cubicBezTo>
                  <a:moveTo>
                    <a:pt x="128" y="216"/>
                  </a:moveTo>
                  <a:cubicBezTo>
                    <a:pt x="88" y="216"/>
                    <a:pt x="53" y="188"/>
                    <a:pt x="44" y="150"/>
                  </a:cubicBezTo>
                  <a:cubicBezTo>
                    <a:pt x="257" y="150"/>
                    <a:pt x="257" y="150"/>
                    <a:pt x="257" y="150"/>
                  </a:cubicBezTo>
                  <a:cubicBezTo>
                    <a:pt x="257" y="129"/>
                    <a:pt x="257" y="129"/>
                    <a:pt x="257" y="129"/>
                  </a:cubicBezTo>
                  <a:cubicBezTo>
                    <a:pt x="257" y="58"/>
                    <a:pt x="200" y="0"/>
                    <a:pt x="128" y="0"/>
                  </a:cubicBezTo>
                  <a:cubicBezTo>
                    <a:pt x="57" y="0"/>
                    <a:pt x="0" y="58"/>
                    <a:pt x="0" y="129"/>
                  </a:cubicBezTo>
                  <a:cubicBezTo>
                    <a:pt x="0" y="200"/>
                    <a:pt x="57" y="258"/>
                    <a:pt x="128" y="258"/>
                  </a:cubicBezTo>
                  <a:cubicBezTo>
                    <a:pt x="177" y="258"/>
                    <a:pt x="221" y="231"/>
                    <a:pt x="243" y="189"/>
                  </a:cubicBezTo>
                  <a:cubicBezTo>
                    <a:pt x="191" y="189"/>
                    <a:pt x="191" y="189"/>
                    <a:pt x="191" y="189"/>
                  </a:cubicBezTo>
                  <a:cubicBezTo>
                    <a:pt x="175" y="206"/>
                    <a:pt x="153" y="216"/>
                    <a:pt x="128" y="216"/>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 name="Google Shape;23;p20"/>
            <p:cNvSpPr/>
            <p:nvPr/>
          </p:nvSpPr>
          <p:spPr>
            <a:xfrm>
              <a:off x="4626" y="1655"/>
              <a:ext cx="1134" cy="1138"/>
            </a:xfrm>
            <a:custGeom>
              <a:avLst/>
              <a:gdLst/>
              <a:ahLst/>
              <a:cxnLst/>
              <a:rect l="l" t="t" r="r" b="b"/>
              <a:pathLst>
                <a:path w="258" h="258" extrusionOk="0">
                  <a:moveTo>
                    <a:pt x="129" y="216"/>
                  </a:moveTo>
                  <a:cubicBezTo>
                    <a:pt x="81" y="216"/>
                    <a:pt x="42" y="177"/>
                    <a:pt x="42" y="129"/>
                  </a:cubicBezTo>
                  <a:cubicBezTo>
                    <a:pt x="42" y="81"/>
                    <a:pt x="81" y="42"/>
                    <a:pt x="129" y="42"/>
                  </a:cubicBezTo>
                  <a:cubicBezTo>
                    <a:pt x="176" y="42"/>
                    <a:pt x="215" y="80"/>
                    <a:pt x="216" y="128"/>
                  </a:cubicBezTo>
                  <a:cubicBezTo>
                    <a:pt x="216" y="131"/>
                    <a:pt x="216" y="131"/>
                    <a:pt x="216" y="131"/>
                  </a:cubicBezTo>
                  <a:cubicBezTo>
                    <a:pt x="215" y="178"/>
                    <a:pt x="176" y="216"/>
                    <a:pt x="129" y="216"/>
                  </a:cubicBezTo>
                  <a:moveTo>
                    <a:pt x="258" y="129"/>
                  </a:moveTo>
                  <a:cubicBezTo>
                    <a:pt x="258" y="129"/>
                    <a:pt x="258" y="128"/>
                    <a:pt x="258" y="128"/>
                  </a:cubicBezTo>
                  <a:cubicBezTo>
                    <a:pt x="258" y="3"/>
                    <a:pt x="258" y="3"/>
                    <a:pt x="258" y="3"/>
                  </a:cubicBezTo>
                  <a:cubicBezTo>
                    <a:pt x="216" y="3"/>
                    <a:pt x="216" y="3"/>
                    <a:pt x="216" y="3"/>
                  </a:cubicBezTo>
                  <a:cubicBezTo>
                    <a:pt x="216" y="34"/>
                    <a:pt x="216" y="34"/>
                    <a:pt x="216" y="34"/>
                  </a:cubicBezTo>
                  <a:cubicBezTo>
                    <a:pt x="193" y="13"/>
                    <a:pt x="162" y="0"/>
                    <a:pt x="129" y="0"/>
                  </a:cubicBezTo>
                  <a:cubicBezTo>
                    <a:pt x="58" y="0"/>
                    <a:pt x="0" y="58"/>
                    <a:pt x="0" y="129"/>
                  </a:cubicBezTo>
                  <a:cubicBezTo>
                    <a:pt x="0" y="200"/>
                    <a:pt x="58" y="258"/>
                    <a:pt x="129" y="258"/>
                  </a:cubicBezTo>
                  <a:cubicBezTo>
                    <a:pt x="162" y="258"/>
                    <a:pt x="193" y="245"/>
                    <a:pt x="216" y="224"/>
                  </a:cubicBezTo>
                  <a:cubicBezTo>
                    <a:pt x="216" y="256"/>
                    <a:pt x="216" y="256"/>
                    <a:pt x="216" y="256"/>
                  </a:cubicBezTo>
                  <a:cubicBezTo>
                    <a:pt x="258" y="256"/>
                    <a:pt x="258" y="256"/>
                    <a:pt x="258" y="256"/>
                  </a:cubicBezTo>
                  <a:cubicBezTo>
                    <a:pt x="258" y="131"/>
                    <a:pt x="258" y="131"/>
                    <a:pt x="258" y="131"/>
                  </a:cubicBezTo>
                  <a:cubicBezTo>
                    <a:pt x="258" y="130"/>
                    <a:pt x="258" y="130"/>
                    <a:pt x="258" y="129"/>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 name="Google Shape;24;p20"/>
            <p:cNvSpPr/>
            <p:nvPr/>
          </p:nvSpPr>
          <p:spPr>
            <a:xfrm>
              <a:off x="1183" y="1651"/>
              <a:ext cx="1130" cy="1137"/>
            </a:xfrm>
            <a:custGeom>
              <a:avLst/>
              <a:gdLst/>
              <a:ahLst/>
              <a:cxnLst/>
              <a:rect l="l" t="t" r="r" b="b"/>
              <a:pathLst>
                <a:path w="257" h="258" extrusionOk="0">
                  <a:moveTo>
                    <a:pt x="129" y="42"/>
                  </a:moveTo>
                  <a:cubicBezTo>
                    <a:pt x="169" y="42"/>
                    <a:pt x="204" y="70"/>
                    <a:pt x="213" y="108"/>
                  </a:cubicBezTo>
                  <a:cubicBezTo>
                    <a:pt x="44" y="108"/>
                    <a:pt x="44" y="108"/>
                    <a:pt x="44" y="108"/>
                  </a:cubicBezTo>
                  <a:cubicBezTo>
                    <a:pt x="53" y="70"/>
                    <a:pt x="88" y="42"/>
                    <a:pt x="129" y="42"/>
                  </a:cubicBezTo>
                  <a:moveTo>
                    <a:pt x="129" y="216"/>
                  </a:moveTo>
                  <a:cubicBezTo>
                    <a:pt x="88" y="216"/>
                    <a:pt x="53" y="188"/>
                    <a:pt x="44" y="150"/>
                  </a:cubicBezTo>
                  <a:cubicBezTo>
                    <a:pt x="257" y="150"/>
                    <a:pt x="257" y="150"/>
                    <a:pt x="257" y="150"/>
                  </a:cubicBezTo>
                  <a:cubicBezTo>
                    <a:pt x="257" y="129"/>
                    <a:pt x="257" y="129"/>
                    <a:pt x="257" y="129"/>
                  </a:cubicBezTo>
                  <a:cubicBezTo>
                    <a:pt x="257" y="58"/>
                    <a:pt x="200" y="0"/>
                    <a:pt x="129" y="0"/>
                  </a:cubicBezTo>
                  <a:cubicBezTo>
                    <a:pt x="57" y="0"/>
                    <a:pt x="0" y="58"/>
                    <a:pt x="0" y="129"/>
                  </a:cubicBezTo>
                  <a:cubicBezTo>
                    <a:pt x="0" y="200"/>
                    <a:pt x="57" y="258"/>
                    <a:pt x="129" y="258"/>
                  </a:cubicBezTo>
                  <a:cubicBezTo>
                    <a:pt x="177" y="258"/>
                    <a:pt x="221" y="231"/>
                    <a:pt x="243" y="189"/>
                  </a:cubicBezTo>
                  <a:cubicBezTo>
                    <a:pt x="191" y="189"/>
                    <a:pt x="191" y="189"/>
                    <a:pt x="191" y="189"/>
                  </a:cubicBezTo>
                  <a:cubicBezTo>
                    <a:pt x="175" y="206"/>
                    <a:pt x="153" y="216"/>
                    <a:pt x="129" y="216"/>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 name="Google Shape;25;p20"/>
            <p:cNvSpPr/>
            <p:nvPr/>
          </p:nvSpPr>
          <p:spPr>
            <a:xfrm>
              <a:off x="0" y="1492"/>
              <a:ext cx="1315" cy="1336"/>
            </a:xfrm>
            <a:custGeom>
              <a:avLst/>
              <a:gdLst/>
              <a:ahLst/>
              <a:cxnLst/>
              <a:rect l="l" t="t" r="r" b="b"/>
              <a:pathLst>
                <a:path w="1315" h="1336" extrusionOk="0">
                  <a:moveTo>
                    <a:pt x="0" y="0"/>
                  </a:moveTo>
                  <a:lnTo>
                    <a:pt x="229" y="0"/>
                  </a:lnTo>
                  <a:lnTo>
                    <a:pt x="659" y="873"/>
                  </a:lnTo>
                  <a:lnTo>
                    <a:pt x="1090" y="0"/>
                  </a:lnTo>
                  <a:lnTo>
                    <a:pt x="1315" y="0"/>
                  </a:lnTo>
                  <a:lnTo>
                    <a:pt x="659" y="13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 name="Google Shape;26;p20"/>
            <p:cNvSpPr/>
            <p:nvPr/>
          </p:nvSpPr>
          <p:spPr>
            <a:xfrm>
              <a:off x="360" y="1492"/>
              <a:ext cx="594" cy="595"/>
            </a:xfrm>
            <a:custGeom>
              <a:avLst/>
              <a:gdLst/>
              <a:ahLst/>
              <a:cxnLst/>
              <a:rect l="l" t="t" r="r" b="b"/>
              <a:pathLst>
                <a:path w="135" h="135" extrusionOk="0">
                  <a:moveTo>
                    <a:pt x="0" y="0"/>
                  </a:moveTo>
                  <a:cubicBezTo>
                    <a:pt x="68" y="135"/>
                    <a:pt x="68" y="135"/>
                    <a:pt x="68" y="135"/>
                  </a:cubicBezTo>
                  <a:cubicBezTo>
                    <a:pt x="135" y="0"/>
                    <a:pt x="135" y="0"/>
                    <a:pt x="135" y="0"/>
                  </a:cubicBezTo>
                  <a:cubicBezTo>
                    <a:pt x="135" y="0"/>
                    <a:pt x="0" y="0"/>
                    <a:pt x="0"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Section break slide">
  <p:cSld name="Section break slide">
    <p:bg>
      <p:bgPr>
        <a:solidFill>
          <a:schemeClr val="dk2"/>
        </a:solidFill>
        <a:effectLst/>
      </p:bgPr>
    </p:bg>
    <p:spTree>
      <p:nvGrpSpPr>
        <p:cNvPr id="1" name="Shape 29"/>
        <p:cNvGrpSpPr/>
        <p:nvPr/>
      </p:nvGrpSpPr>
      <p:grpSpPr>
        <a:xfrm>
          <a:off x="0" y="0"/>
          <a:ext cx="0" cy="0"/>
          <a:chOff x="0" y="0"/>
          <a:chExt cx="0" cy="0"/>
        </a:xfrm>
      </p:grpSpPr>
      <p:sp>
        <p:nvSpPr>
          <p:cNvPr id="30" name="Google Shape;30;p22"/>
          <p:cNvSpPr txBox="1">
            <a:spLocks noGrp="1"/>
          </p:cNvSpPr>
          <p:nvPr>
            <p:ph type="ctrTitle"/>
          </p:nvPr>
        </p:nvSpPr>
        <p:spPr>
          <a:xfrm>
            <a:off x="1524000" y="1631148"/>
            <a:ext cx="9144000" cy="2387600"/>
          </a:xfrm>
          <a:prstGeom prst="rect">
            <a:avLst/>
          </a:prstGeom>
          <a:noFill/>
          <a:ln>
            <a:noFill/>
          </a:ln>
        </p:spPr>
        <p:txBody>
          <a:bodyPr spcFirstLastPara="1" wrap="square" lIns="91425" tIns="45700" rIns="91425" bIns="45700" anchor="b" anchorCtr="0">
            <a:noAutofit/>
          </a:bodyPr>
          <a:lstStyle>
            <a:lvl1pPr lvl="0" algn="ctr">
              <a:lnSpc>
                <a:spcPct val="70000"/>
              </a:lnSpc>
              <a:spcBef>
                <a:spcPts val="0"/>
              </a:spcBef>
              <a:spcAft>
                <a:spcPts val="0"/>
              </a:spcAft>
              <a:buClr>
                <a:schemeClr val="lt1"/>
              </a:buClr>
              <a:buSzPts val="5400"/>
              <a:buFont typeface="Calibri"/>
              <a:buNone/>
              <a:defRPr sz="54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2"/>
          <p:cNvSpPr txBox="1">
            <a:spLocks noGrp="1"/>
          </p:cNvSpPr>
          <p:nvPr>
            <p:ph type="subTitle" idx="1"/>
          </p:nvPr>
        </p:nvSpPr>
        <p:spPr>
          <a:xfrm>
            <a:off x="805543" y="3930200"/>
            <a:ext cx="10580914" cy="892630"/>
          </a:xfrm>
          <a:prstGeom prst="rect">
            <a:avLst/>
          </a:prstGeom>
          <a:noFill/>
          <a:ln>
            <a:noFill/>
          </a:ln>
        </p:spPr>
        <p:txBody>
          <a:bodyPr spcFirstLastPara="1" wrap="square" lIns="91425" tIns="45700" rIns="91425" bIns="45700" anchor="t" anchorCtr="0">
            <a:normAutofit/>
          </a:bodyPr>
          <a:lstStyle>
            <a:lvl1pPr lvl="0" algn="ctr">
              <a:lnSpc>
                <a:spcPct val="80000"/>
              </a:lnSpc>
              <a:spcBef>
                <a:spcPts val="1000"/>
              </a:spcBef>
              <a:spcAft>
                <a:spcPts val="0"/>
              </a:spcAft>
              <a:buSzPts val="3600"/>
              <a:buNone/>
              <a:defRPr sz="3600">
                <a:solidFill>
                  <a:srgbClr val="FEEBD0"/>
                </a:solidFill>
                <a:latin typeface="Calibri"/>
                <a:ea typeface="Calibri"/>
                <a:cs typeface="Calibri"/>
                <a:sym typeface="Calibri"/>
              </a:defRPr>
            </a:lvl1pPr>
            <a:lvl2pPr lvl="1" algn="ctr">
              <a:lnSpc>
                <a:spcPct val="80000"/>
              </a:lnSpc>
              <a:spcBef>
                <a:spcPts val="600"/>
              </a:spcBef>
              <a:spcAft>
                <a:spcPts val="0"/>
              </a:spcAft>
              <a:buClr>
                <a:srgbClr val="4A4B4E"/>
              </a:buClr>
              <a:buSzPts val="2000"/>
              <a:buNone/>
              <a:defRPr sz="2000"/>
            </a:lvl2pPr>
            <a:lvl3pPr lvl="2" algn="ctr">
              <a:lnSpc>
                <a:spcPct val="80000"/>
              </a:lnSpc>
              <a:spcBef>
                <a:spcPts val="600"/>
              </a:spcBef>
              <a:spcAft>
                <a:spcPts val="0"/>
              </a:spcAft>
              <a:buClr>
                <a:srgbClr val="4A4B4E"/>
              </a:buClr>
              <a:buSzPts val="1800"/>
              <a:buNone/>
              <a:defRPr sz="1800"/>
            </a:lvl3pPr>
            <a:lvl4pPr lvl="3" algn="ctr">
              <a:lnSpc>
                <a:spcPct val="80000"/>
              </a:lnSpc>
              <a:spcBef>
                <a:spcPts val="600"/>
              </a:spcBef>
              <a:spcAft>
                <a:spcPts val="0"/>
              </a:spcAft>
              <a:buClr>
                <a:srgbClr val="4A4B4E"/>
              </a:buClr>
              <a:buSzPts val="1600"/>
              <a:buNone/>
              <a:defRPr sz="1600"/>
            </a:lvl4pPr>
            <a:lvl5pPr lvl="4" algn="ctr">
              <a:lnSpc>
                <a:spcPct val="80000"/>
              </a:lnSpc>
              <a:spcBef>
                <a:spcPts val="600"/>
              </a:spcBef>
              <a:spcAft>
                <a:spcPts val="0"/>
              </a:spcAft>
              <a:buClr>
                <a:srgbClr val="4A4B4E"/>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32" name="Google Shape;32;p22"/>
          <p:cNvGrpSpPr/>
          <p:nvPr/>
        </p:nvGrpSpPr>
        <p:grpSpPr>
          <a:xfrm>
            <a:off x="5645986" y="1412969"/>
            <a:ext cx="900028" cy="914400"/>
            <a:chOff x="5127584" y="2099392"/>
            <a:chExt cx="555329" cy="564197"/>
          </a:xfrm>
        </p:grpSpPr>
        <p:sp>
          <p:nvSpPr>
            <p:cNvPr id="33" name="Google Shape;33;p22"/>
            <p:cNvSpPr/>
            <p:nvPr/>
          </p:nvSpPr>
          <p:spPr>
            <a:xfrm>
              <a:off x="5127584" y="2099392"/>
              <a:ext cx="555329" cy="564197"/>
            </a:xfrm>
            <a:custGeom>
              <a:avLst/>
              <a:gdLst/>
              <a:ahLst/>
              <a:cxnLst/>
              <a:rect l="l" t="t" r="r" b="b"/>
              <a:pathLst>
                <a:path w="1315" h="1336" extrusionOk="0">
                  <a:moveTo>
                    <a:pt x="0" y="0"/>
                  </a:moveTo>
                  <a:lnTo>
                    <a:pt x="229" y="0"/>
                  </a:lnTo>
                  <a:lnTo>
                    <a:pt x="659" y="873"/>
                  </a:lnTo>
                  <a:lnTo>
                    <a:pt x="1090" y="0"/>
                  </a:lnTo>
                  <a:lnTo>
                    <a:pt x="1315" y="0"/>
                  </a:lnTo>
                  <a:lnTo>
                    <a:pt x="659" y="13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 name="Google Shape;34;p22"/>
            <p:cNvSpPr/>
            <p:nvPr/>
          </p:nvSpPr>
          <p:spPr>
            <a:xfrm>
              <a:off x="5279613" y="2099392"/>
              <a:ext cx="250848" cy="251270"/>
            </a:xfrm>
            <a:custGeom>
              <a:avLst/>
              <a:gdLst/>
              <a:ahLst/>
              <a:cxnLst/>
              <a:rect l="l" t="t" r="r" b="b"/>
              <a:pathLst>
                <a:path w="135" h="135" extrusionOk="0">
                  <a:moveTo>
                    <a:pt x="0" y="0"/>
                  </a:moveTo>
                  <a:cubicBezTo>
                    <a:pt x="68" y="135"/>
                    <a:pt x="68" y="135"/>
                    <a:pt x="68" y="135"/>
                  </a:cubicBezTo>
                  <a:cubicBezTo>
                    <a:pt x="135" y="0"/>
                    <a:pt x="135" y="0"/>
                    <a:pt x="135" y="0"/>
                  </a:cubicBezTo>
                  <a:cubicBezTo>
                    <a:pt x="135" y="0"/>
                    <a:pt x="0" y="0"/>
                    <a:pt x="0"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Blank">
  <p:cSld name="Title Blank">
    <p:spTree>
      <p:nvGrpSpPr>
        <p:cNvPr id="1" name="Shape 35"/>
        <p:cNvGrpSpPr/>
        <p:nvPr/>
      </p:nvGrpSpPr>
      <p:grpSpPr>
        <a:xfrm>
          <a:off x="0" y="0"/>
          <a:ext cx="0" cy="0"/>
          <a:chOff x="0" y="0"/>
          <a:chExt cx="0" cy="0"/>
        </a:xfrm>
      </p:grpSpPr>
      <p:sp>
        <p:nvSpPr>
          <p:cNvPr id="36" name="Google Shape;36;p23"/>
          <p:cNvSpPr txBox="1">
            <a:spLocks noGrp="1"/>
          </p:cNvSpPr>
          <p:nvPr>
            <p:ph type="title"/>
          </p:nvPr>
        </p:nvSpPr>
        <p:spPr>
          <a:xfrm>
            <a:off x="276303" y="96275"/>
            <a:ext cx="11639394" cy="1101213"/>
          </a:xfrm>
          <a:prstGeom prst="rect">
            <a:avLst/>
          </a:prstGeom>
          <a:noFill/>
          <a:ln>
            <a:noFill/>
          </a:ln>
        </p:spPr>
        <p:txBody>
          <a:bodyPr spcFirstLastPara="1" wrap="square" lIns="91425" tIns="45700" rIns="91425" bIns="45700" anchor="ctr" anchorCtr="0">
            <a:noAutofit/>
          </a:bodyPr>
          <a:lstStyle>
            <a:lvl1pPr lvl="0" algn="ctr">
              <a:lnSpc>
                <a:spcPct val="70000"/>
              </a:lnSpc>
              <a:spcBef>
                <a:spcPts val="0"/>
              </a:spcBef>
              <a:spcAft>
                <a:spcPts val="0"/>
              </a:spcAft>
              <a:buClr>
                <a:schemeClr val="dk2"/>
              </a:buClr>
              <a:buSzPts val="1800"/>
              <a:buFont typeface="Arial" panose="020B0604020202090204"/>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37"/>
        <p:cNvGrpSpPr/>
        <p:nvPr/>
      </p:nvGrpSpPr>
      <p:grpSpPr>
        <a:xfrm>
          <a:off x="0" y="0"/>
          <a:ext cx="0" cy="0"/>
          <a:chOff x="0" y="0"/>
          <a:chExt cx="0" cy="0"/>
        </a:xfrm>
      </p:grpSpPr>
      <p:sp>
        <p:nvSpPr>
          <p:cNvPr id="38" name="Google Shape;38;p24"/>
          <p:cNvSpPr txBox="1">
            <a:spLocks noGrp="1"/>
          </p:cNvSpPr>
          <p:nvPr>
            <p:ph type="title"/>
          </p:nvPr>
        </p:nvSpPr>
        <p:spPr>
          <a:xfrm>
            <a:off x="276303" y="96275"/>
            <a:ext cx="11639394" cy="970525"/>
          </a:xfrm>
          <a:prstGeom prst="rect">
            <a:avLst/>
          </a:prstGeom>
          <a:noFill/>
          <a:ln>
            <a:noFill/>
          </a:ln>
        </p:spPr>
        <p:txBody>
          <a:bodyPr spcFirstLastPara="1" wrap="square" lIns="91425" tIns="45700" rIns="91425" bIns="45700" anchor="ctr" anchorCtr="0">
            <a:noAutofit/>
          </a:bodyPr>
          <a:lstStyle>
            <a:lvl1pPr lvl="0" algn="ctr">
              <a:lnSpc>
                <a:spcPct val="7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4"/>
          <p:cNvSpPr txBox="1">
            <a:spLocks noGrp="1"/>
          </p:cNvSpPr>
          <p:nvPr>
            <p:ph type="body" idx="1"/>
          </p:nvPr>
        </p:nvSpPr>
        <p:spPr>
          <a:xfrm>
            <a:off x="826623" y="1066800"/>
            <a:ext cx="11089073" cy="5410200"/>
          </a:xfrm>
          <a:prstGeom prst="rect">
            <a:avLst/>
          </a:prstGeom>
          <a:noFill/>
          <a:ln>
            <a:noFill/>
          </a:ln>
        </p:spPr>
        <p:txBody>
          <a:bodyPr spcFirstLastPara="1" wrap="square" lIns="91425" tIns="45700" rIns="91425" bIns="45700" anchor="t" anchorCtr="0">
            <a:noAutofit/>
          </a:bodyPr>
          <a:lstStyle>
            <a:lvl1pPr marL="457200" lvl="0" indent="-381000" algn="l">
              <a:lnSpc>
                <a:spcPct val="80000"/>
              </a:lnSpc>
              <a:spcBef>
                <a:spcPts val="1000"/>
              </a:spcBef>
              <a:spcAft>
                <a:spcPts val="0"/>
              </a:spcAft>
              <a:buSzPts val="2400"/>
              <a:buChar char="•"/>
              <a:defRPr/>
            </a:lvl1pPr>
            <a:lvl2pPr marL="914400" lvl="1" indent="-349250" algn="l">
              <a:lnSpc>
                <a:spcPct val="80000"/>
              </a:lnSpc>
              <a:spcBef>
                <a:spcPts val="600"/>
              </a:spcBef>
              <a:spcAft>
                <a:spcPts val="0"/>
              </a:spcAft>
              <a:buClr>
                <a:srgbClr val="4A4B4E"/>
              </a:buClr>
              <a:buSzPts val="1900"/>
              <a:buChar char="−"/>
              <a:defRPr/>
            </a:lvl2pPr>
            <a:lvl3pPr marL="1371600" lvl="2" indent="-330200" algn="l">
              <a:lnSpc>
                <a:spcPct val="80000"/>
              </a:lnSpc>
              <a:spcBef>
                <a:spcPts val="600"/>
              </a:spcBef>
              <a:spcAft>
                <a:spcPts val="0"/>
              </a:spcAft>
              <a:buClr>
                <a:srgbClr val="4A4B4E"/>
              </a:buClr>
              <a:buSzPts val="1600"/>
              <a:buChar char="•"/>
              <a:defRPr/>
            </a:lvl3pPr>
            <a:lvl4pPr marL="1828800" lvl="3" indent="-330200" algn="l">
              <a:lnSpc>
                <a:spcPct val="80000"/>
              </a:lnSpc>
              <a:spcBef>
                <a:spcPts val="600"/>
              </a:spcBef>
              <a:spcAft>
                <a:spcPts val="0"/>
              </a:spcAft>
              <a:buClr>
                <a:srgbClr val="4A4B4E"/>
              </a:buClr>
              <a:buSzPts val="1600"/>
              <a:buChar char="•"/>
              <a:defRPr/>
            </a:lvl4pPr>
            <a:lvl5pPr marL="2286000" lvl="4" indent="-330200" algn="l">
              <a:lnSpc>
                <a:spcPct val="80000"/>
              </a:lnSpc>
              <a:spcBef>
                <a:spcPts val="600"/>
              </a:spcBef>
              <a:spcAft>
                <a:spcPts val="0"/>
              </a:spcAft>
              <a:buClr>
                <a:srgbClr val="4A4B4E"/>
              </a:buClr>
              <a:buSzPts val="16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matchingName="标题和内容">
  <p:cSld name="标题和内容">
    <p:spTree>
      <p:nvGrpSpPr>
        <p:cNvPr id="1" name="Shape 40"/>
        <p:cNvGrpSpPr/>
        <p:nvPr/>
      </p:nvGrpSpPr>
      <p:grpSpPr>
        <a:xfrm>
          <a:off x="0" y="0"/>
          <a:ext cx="0" cy="0"/>
          <a:chOff x="0" y="0"/>
          <a:chExt cx="0" cy="0"/>
        </a:xfrm>
      </p:grpSpPr>
      <p:sp>
        <p:nvSpPr>
          <p:cNvPr id="41" name="Google Shape;41;p25"/>
          <p:cNvSpPr txBox="1">
            <a:spLocks noGrp="1"/>
          </p:cNvSpPr>
          <p:nvPr>
            <p:ph type="title"/>
          </p:nvPr>
        </p:nvSpPr>
        <p:spPr>
          <a:xfrm>
            <a:off x="517771" y="452441"/>
            <a:ext cx="9816123" cy="600297"/>
          </a:xfrm>
          <a:prstGeom prst="rect">
            <a:avLst/>
          </a:prstGeom>
          <a:noFill/>
          <a:ln>
            <a:noFill/>
          </a:ln>
        </p:spPr>
        <p:txBody>
          <a:bodyPr spcFirstLastPara="1" wrap="square" lIns="91425" tIns="45700" rIns="91425" bIns="45700" anchor="ctr" anchorCtr="0">
            <a:noAutofit/>
          </a:bodyPr>
          <a:lstStyle>
            <a:lvl1pPr lvl="0" algn="ctr">
              <a:lnSpc>
                <a:spcPct val="70000"/>
              </a:lnSpc>
              <a:spcBef>
                <a:spcPts val="0"/>
              </a:spcBef>
              <a:spcAft>
                <a:spcPts val="0"/>
              </a:spcAft>
              <a:buClr>
                <a:schemeClr val="dk2"/>
              </a:buClr>
              <a:buSzPts val="3735"/>
              <a:buFont typeface="Calibri"/>
              <a:buNone/>
              <a:defRPr sz="3735" b="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5"/>
          <p:cNvSpPr txBox="1">
            <a:spLocks noGrp="1"/>
          </p:cNvSpPr>
          <p:nvPr>
            <p:ph type="body" idx="1"/>
          </p:nvPr>
        </p:nvSpPr>
        <p:spPr>
          <a:xfrm>
            <a:off x="529495" y="1340769"/>
            <a:ext cx="11138876" cy="4937795"/>
          </a:xfrm>
          <a:prstGeom prst="rect">
            <a:avLst/>
          </a:prstGeom>
          <a:noFill/>
          <a:ln>
            <a:noFill/>
          </a:ln>
        </p:spPr>
        <p:txBody>
          <a:bodyPr spcFirstLastPara="1" wrap="square" lIns="91425" tIns="45700" rIns="91425" bIns="45700" anchor="t" anchorCtr="0">
            <a:noAutofit/>
          </a:bodyPr>
          <a:lstStyle>
            <a:lvl1pPr marL="457200" lvl="0" indent="-397510" algn="l">
              <a:lnSpc>
                <a:spcPct val="80000"/>
              </a:lnSpc>
              <a:spcBef>
                <a:spcPts val="1000"/>
              </a:spcBef>
              <a:spcAft>
                <a:spcPts val="0"/>
              </a:spcAft>
              <a:buSzPts val="2665"/>
              <a:buChar char="•"/>
              <a:defRPr sz="2665">
                <a:latin typeface="Calibri"/>
                <a:ea typeface="Calibri"/>
                <a:cs typeface="Calibri"/>
                <a:sym typeface="Calibri"/>
              </a:defRPr>
            </a:lvl1pPr>
            <a:lvl2pPr marL="914400" lvl="1" indent="-397510" algn="l">
              <a:lnSpc>
                <a:spcPct val="80000"/>
              </a:lnSpc>
              <a:spcBef>
                <a:spcPts val="600"/>
              </a:spcBef>
              <a:spcAft>
                <a:spcPts val="0"/>
              </a:spcAft>
              <a:buClr>
                <a:srgbClr val="4A4B4E"/>
              </a:buClr>
              <a:buSzPts val="2665"/>
              <a:buChar char="−"/>
              <a:defRPr sz="2665">
                <a:latin typeface="Calibri"/>
                <a:ea typeface="Calibri"/>
                <a:cs typeface="Calibri"/>
                <a:sym typeface="Calibri"/>
              </a:defRPr>
            </a:lvl2pPr>
            <a:lvl3pPr marL="1371600" lvl="2" indent="-397510" algn="l">
              <a:lnSpc>
                <a:spcPct val="80000"/>
              </a:lnSpc>
              <a:spcBef>
                <a:spcPts val="600"/>
              </a:spcBef>
              <a:spcAft>
                <a:spcPts val="0"/>
              </a:spcAft>
              <a:buClr>
                <a:srgbClr val="4A4B4E"/>
              </a:buClr>
              <a:buSzPts val="2665"/>
              <a:buChar char="•"/>
              <a:defRPr sz="2665">
                <a:latin typeface="Calibri"/>
                <a:ea typeface="Calibri"/>
                <a:cs typeface="Calibri"/>
                <a:sym typeface="Calibri"/>
              </a:defRPr>
            </a:lvl3pPr>
            <a:lvl4pPr marL="1828800" lvl="3" indent="-397510" algn="l">
              <a:lnSpc>
                <a:spcPct val="80000"/>
              </a:lnSpc>
              <a:spcBef>
                <a:spcPts val="600"/>
              </a:spcBef>
              <a:spcAft>
                <a:spcPts val="0"/>
              </a:spcAft>
              <a:buClr>
                <a:srgbClr val="4A4B4E"/>
              </a:buClr>
              <a:buSzPts val="2665"/>
              <a:buChar char="•"/>
              <a:defRPr sz="2665">
                <a:latin typeface="Calibri"/>
                <a:ea typeface="Calibri"/>
                <a:cs typeface="Calibri"/>
                <a:sym typeface="Calibri"/>
              </a:defRPr>
            </a:lvl4pPr>
            <a:lvl5pPr marL="2286000" lvl="4" indent="-397510" algn="l">
              <a:lnSpc>
                <a:spcPct val="80000"/>
              </a:lnSpc>
              <a:spcBef>
                <a:spcPts val="600"/>
              </a:spcBef>
              <a:spcAft>
                <a:spcPts val="0"/>
              </a:spcAft>
              <a:buClr>
                <a:srgbClr val="4A4B4E"/>
              </a:buClr>
              <a:buSzPts val="2665"/>
              <a:buChar char="•"/>
              <a:defRPr sz="2665">
                <a:latin typeface="Calibri"/>
                <a:ea typeface="Calibri"/>
                <a:cs typeface="Calibri"/>
                <a:sym typeface="Calibri"/>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3" name="Google Shape;43;p25"/>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44" name="Google Shape;44;p25"/>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fld>
            <a:endParaRPr lang="en-US"/>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Thank You">
  <p:cSld name="Thank You">
    <p:bg>
      <p:bgPr>
        <a:solidFill>
          <a:schemeClr val="dk2"/>
        </a:solidFill>
        <a:effectLst/>
      </p:bgPr>
    </p:bg>
    <p:spTree>
      <p:nvGrpSpPr>
        <p:cNvPr id="1" name="Shape 45"/>
        <p:cNvGrpSpPr/>
        <p:nvPr/>
      </p:nvGrpSpPr>
      <p:grpSpPr>
        <a:xfrm>
          <a:off x="0" y="0"/>
          <a:ext cx="0" cy="0"/>
          <a:chOff x="0" y="0"/>
          <a:chExt cx="0" cy="0"/>
        </a:xfrm>
      </p:grpSpPr>
      <p:sp>
        <p:nvSpPr>
          <p:cNvPr id="46" name="Google Shape;46;p26"/>
          <p:cNvSpPr txBox="1"/>
          <p:nvPr/>
        </p:nvSpPr>
        <p:spPr>
          <a:xfrm>
            <a:off x="4099368" y="4244406"/>
            <a:ext cx="3993265" cy="10156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a:solidFill>
                  <a:schemeClr val="lt1"/>
                </a:solidFill>
                <a:latin typeface="Calibri"/>
                <a:ea typeface="Calibri"/>
                <a:cs typeface="Calibri"/>
                <a:sym typeface="Calibri"/>
              </a:rPr>
              <a:t>Thank you</a:t>
            </a:r>
            <a:endParaRPr lang="en-US" sz="6000">
              <a:solidFill>
                <a:schemeClr val="lt1"/>
              </a:solidFill>
              <a:latin typeface="Calibri"/>
              <a:ea typeface="Calibri"/>
              <a:cs typeface="Calibri"/>
              <a:sym typeface="Calibri"/>
            </a:endParaRPr>
          </a:p>
        </p:txBody>
      </p:sp>
      <p:grpSp>
        <p:nvGrpSpPr>
          <p:cNvPr id="47" name="Google Shape;47;p26"/>
          <p:cNvGrpSpPr/>
          <p:nvPr/>
        </p:nvGrpSpPr>
        <p:grpSpPr>
          <a:xfrm>
            <a:off x="5363368" y="2079884"/>
            <a:ext cx="1465263" cy="1498600"/>
            <a:chOff x="5098" y="1275"/>
            <a:chExt cx="923" cy="944"/>
          </a:xfrm>
        </p:grpSpPr>
        <p:sp>
          <p:nvSpPr>
            <p:cNvPr id="48" name="Google Shape;48;p26"/>
            <p:cNvSpPr/>
            <p:nvPr/>
          </p:nvSpPr>
          <p:spPr>
            <a:xfrm>
              <a:off x="5098" y="1275"/>
              <a:ext cx="923" cy="94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 name="Google Shape;49;p26"/>
            <p:cNvSpPr/>
            <p:nvPr/>
          </p:nvSpPr>
          <p:spPr>
            <a:xfrm>
              <a:off x="5098" y="1276"/>
              <a:ext cx="923" cy="942"/>
            </a:xfrm>
            <a:custGeom>
              <a:avLst/>
              <a:gdLst/>
              <a:ahLst/>
              <a:cxnLst/>
              <a:rect l="l" t="t" r="r" b="b"/>
              <a:pathLst>
                <a:path w="923" h="942" extrusionOk="0">
                  <a:moveTo>
                    <a:pt x="0" y="0"/>
                  </a:moveTo>
                  <a:lnTo>
                    <a:pt x="160" y="0"/>
                  </a:lnTo>
                  <a:lnTo>
                    <a:pt x="464" y="616"/>
                  </a:lnTo>
                  <a:lnTo>
                    <a:pt x="765" y="0"/>
                  </a:lnTo>
                  <a:lnTo>
                    <a:pt x="923" y="0"/>
                  </a:lnTo>
                  <a:lnTo>
                    <a:pt x="463" y="942"/>
                  </a:lnTo>
                  <a:lnTo>
                    <a:pt x="0"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 name="Google Shape;50;p26"/>
            <p:cNvSpPr/>
            <p:nvPr/>
          </p:nvSpPr>
          <p:spPr>
            <a:xfrm>
              <a:off x="5352" y="1278"/>
              <a:ext cx="415" cy="417"/>
            </a:xfrm>
            <a:custGeom>
              <a:avLst/>
              <a:gdLst/>
              <a:ahLst/>
              <a:cxnLst/>
              <a:rect l="l" t="t" r="r" b="b"/>
              <a:pathLst>
                <a:path w="340" h="340" extrusionOk="0">
                  <a:moveTo>
                    <a:pt x="0" y="1"/>
                  </a:moveTo>
                  <a:cubicBezTo>
                    <a:pt x="170" y="340"/>
                    <a:pt x="170" y="340"/>
                    <a:pt x="170" y="340"/>
                  </a:cubicBezTo>
                  <a:cubicBezTo>
                    <a:pt x="340" y="1"/>
                    <a:pt x="340" y="1"/>
                    <a:pt x="340" y="1"/>
                  </a:cubicBezTo>
                  <a:cubicBezTo>
                    <a:pt x="340" y="1"/>
                    <a:pt x="0" y="0"/>
                    <a:pt x="0" y="1"/>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eva slide">
  <p:cSld name="Veeva slide">
    <p:bg>
      <p:bgPr>
        <a:solidFill>
          <a:schemeClr val="dk2"/>
        </a:solidFill>
        <a:effectLst/>
      </p:bgPr>
    </p:bg>
    <p:spTree>
      <p:nvGrpSpPr>
        <p:cNvPr id="1" name="Shape 51"/>
        <p:cNvGrpSpPr/>
        <p:nvPr/>
      </p:nvGrpSpPr>
      <p:grpSpPr>
        <a:xfrm>
          <a:off x="0" y="0"/>
          <a:ext cx="0" cy="0"/>
          <a:chOff x="0" y="0"/>
          <a:chExt cx="0" cy="0"/>
        </a:xfrm>
      </p:grpSpPr>
      <p:grpSp>
        <p:nvGrpSpPr>
          <p:cNvPr id="52" name="Google Shape;52;p27"/>
          <p:cNvGrpSpPr/>
          <p:nvPr/>
        </p:nvGrpSpPr>
        <p:grpSpPr>
          <a:xfrm>
            <a:off x="3703814" y="2867487"/>
            <a:ext cx="4784373" cy="1109709"/>
            <a:chOff x="0" y="1492"/>
            <a:chExt cx="5760" cy="1336"/>
          </a:xfrm>
        </p:grpSpPr>
        <p:sp>
          <p:nvSpPr>
            <p:cNvPr id="53" name="Google Shape;53;p27"/>
            <p:cNvSpPr/>
            <p:nvPr/>
          </p:nvSpPr>
          <p:spPr>
            <a:xfrm>
              <a:off x="3518" y="1664"/>
              <a:ext cx="1165" cy="1164"/>
            </a:xfrm>
            <a:custGeom>
              <a:avLst/>
              <a:gdLst/>
              <a:ahLst/>
              <a:cxnLst/>
              <a:rect l="l" t="t" r="r" b="b"/>
              <a:pathLst>
                <a:path w="265" h="264" extrusionOk="0">
                  <a:moveTo>
                    <a:pt x="265" y="0"/>
                  </a:moveTo>
                  <a:cubicBezTo>
                    <a:pt x="215" y="0"/>
                    <a:pt x="215" y="0"/>
                    <a:pt x="215" y="0"/>
                  </a:cubicBezTo>
                  <a:cubicBezTo>
                    <a:pt x="132" y="166"/>
                    <a:pt x="132" y="166"/>
                    <a:pt x="132" y="166"/>
                  </a:cubicBezTo>
                  <a:cubicBezTo>
                    <a:pt x="49" y="0"/>
                    <a:pt x="49" y="0"/>
                    <a:pt x="49" y="0"/>
                  </a:cubicBezTo>
                  <a:cubicBezTo>
                    <a:pt x="0" y="0"/>
                    <a:pt x="0" y="0"/>
                    <a:pt x="0" y="0"/>
                  </a:cubicBezTo>
                  <a:cubicBezTo>
                    <a:pt x="53" y="104"/>
                    <a:pt x="132" y="264"/>
                    <a:pt x="132" y="264"/>
                  </a:cubicBezTo>
                  <a:lnTo>
                    <a:pt x="265"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 name="Google Shape;54;p27"/>
            <p:cNvSpPr/>
            <p:nvPr/>
          </p:nvSpPr>
          <p:spPr>
            <a:xfrm>
              <a:off x="2440" y="1651"/>
              <a:ext cx="1130" cy="1137"/>
            </a:xfrm>
            <a:custGeom>
              <a:avLst/>
              <a:gdLst/>
              <a:ahLst/>
              <a:cxnLst/>
              <a:rect l="l" t="t" r="r" b="b"/>
              <a:pathLst>
                <a:path w="257" h="258" extrusionOk="0">
                  <a:moveTo>
                    <a:pt x="128" y="42"/>
                  </a:moveTo>
                  <a:cubicBezTo>
                    <a:pt x="169" y="42"/>
                    <a:pt x="204" y="70"/>
                    <a:pt x="213" y="108"/>
                  </a:cubicBezTo>
                  <a:cubicBezTo>
                    <a:pt x="44" y="108"/>
                    <a:pt x="44" y="108"/>
                    <a:pt x="44" y="108"/>
                  </a:cubicBezTo>
                  <a:cubicBezTo>
                    <a:pt x="53" y="70"/>
                    <a:pt x="88" y="42"/>
                    <a:pt x="128" y="42"/>
                  </a:cubicBezTo>
                  <a:moveTo>
                    <a:pt x="128" y="216"/>
                  </a:moveTo>
                  <a:cubicBezTo>
                    <a:pt x="88" y="216"/>
                    <a:pt x="53" y="188"/>
                    <a:pt x="44" y="150"/>
                  </a:cubicBezTo>
                  <a:cubicBezTo>
                    <a:pt x="257" y="150"/>
                    <a:pt x="257" y="150"/>
                    <a:pt x="257" y="150"/>
                  </a:cubicBezTo>
                  <a:cubicBezTo>
                    <a:pt x="257" y="129"/>
                    <a:pt x="257" y="129"/>
                    <a:pt x="257" y="129"/>
                  </a:cubicBezTo>
                  <a:cubicBezTo>
                    <a:pt x="257" y="58"/>
                    <a:pt x="200" y="0"/>
                    <a:pt x="128" y="0"/>
                  </a:cubicBezTo>
                  <a:cubicBezTo>
                    <a:pt x="57" y="0"/>
                    <a:pt x="0" y="58"/>
                    <a:pt x="0" y="129"/>
                  </a:cubicBezTo>
                  <a:cubicBezTo>
                    <a:pt x="0" y="200"/>
                    <a:pt x="57" y="258"/>
                    <a:pt x="128" y="258"/>
                  </a:cubicBezTo>
                  <a:cubicBezTo>
                    <a:pt x="177" y="258"/>
                    <a:pt x="221" y="231"/>
                    <a:pt x="243" y="189"/>
                  </a:cubicBezTo>
                  <a:cubicBezTo>
                    <a:pt x="191" y="189"/>
                    <a:pt x="191" y="189"/>
                    <a:pt x="191" y="189"/>
                  </a:cubicBezTo>
                  <a:cubicBezTo>
                    <a:pt x="175" y="206"/>
                    <a:pt x="153" y="216"/>
                    <a:pt x="128" y="216"/>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 name="Google Shape;55;p27"/>
            <p:cNvSpPr/>
            <p:nvPr/>
          </p:nvSpPr>
          <p:spPr>
            <a:xfrm>
              <a:off x="4626" y="1655"/>
              <a:ext cx="1134" cy="1138"/>
            </a:xfrm>
            <a:custGeom>
              <a:avLst/>
              <a:gdLst/>
              <a:ahLst/>
              <a:cxnLst/>
              <a:rect l="l" t="t" r="r" b="b"/>
              <a:pathLst>
                <a:path w="258" h="258" extrusionOk="0">
                  <a:moveTo>
                    <a:pt x="129" y="216"/>
                  </a:moveTo>
                  <a:cubicBezTo>
                    <a:pt x="81" y="216"/>
                    <a:pt x="42" y="177"/>
                    <a:pt x="42" y="129"/>
                  </a:cubicBezTo>
                  <a:cubicBezTo>
                    <a:pt x="42" y="81"/>
                    <a:pt x="81" y="42"/>
                    <a:pt x="129" y="42"/>
                  </a:cubicBezTo>
                  <a:cubicBezTo>
                    <a:pt x="176" y="42"/>
                    <a:pt x="215" y="80"/>
                    <a:pt x="216" y="128"/>
                  </a:cubicBezTo>
                  <a:cubicBezTo>
                    <a:pt x="216" y="131"/>
                    <a:pt x="216" y="131"/>
                    <a:pt x="216" y="131"/>
                  </a:cubicBezTo>
                  <a:cubicBezTo>
                    <a:pt x="215" y="178"/>
                    <a:pt x="176" y="216"/>
                    <a:pt x="129" y="216"/>
                  </a:cubicBezTo>
                  <a:moveTo>
                    <a:pt x="258" y="129"/>
                  </a:moveTo>
                  <a:cubicBezTo>
                    <a:pt x="258" y="129"/>
                    <a:pt x="258" y="128"/>
                    <a:pt x="258" y="128"/>
                  </a:cubicBezTo>
                  <a:cubicBezTo>
                    <a:pt x="258" y="3"/>
                    <a:pt x="258" y="3"/>
                    <a:pt x="258" y="3"/>
                  </a:cubicBezTo>
                  <a:cubicBezTo>
                    <a:pt x="216" y="3"/>
                    <a:pt x="216" y="3"/>
                    <a:pt x="216" y="3"/>
                  </a:cubicBezTo>
                  <a:cubicBezTo>
                    <a:pt x="216" y="34"/>
                    <a:pt x="216" y="34"/>
                    <a:pt x="216" y="34"/>
                  </a:cubicBezTo>
                  <a:cubicBezTo>
                    <a:pt x="193" y="13"/>
                    <a:pt x="162" y="0"/>
                    <a:pt x="129" y="0"/>
                  </a:cubicBezTo>
                  <a:cubicBezTo>
                    <a:pt x="58" y="0"/>
                    <a:pt x="0" y="58"/>
                    <a:pt x="0" y="129"/>
                  </a:cubicBezTo>
                  <a:cubicBezTo>
                    <a:pt x="0" y="200"/>
                    <a:pt x="58" y="258"/>
                    <a:pt x="129" y="258"/>
                  </a:cubicBezTo>
                  <a:cubicBezTo>
                    <a:pt x="162" y="258"/>
                    <a:pt x="193" y="245"/>
                    <a:pt x="216" y="224"/>
                  </a:cubicBezTo>
                  <a:cubicBezTo>
                    <a:pt x="216" y="256"/>
                    <a:pt x="216" y="256"/>
                    <a:pt x="216" y="256"/>
                  </a:cubicBezTo>
                  <a:cubicBezTo>
                    <a:pt x="258" y="256"/>
                    <a:pt x="258" y="256"/>
                    <a:pt x="258" y="256"/>
                  </a:cubicBezTo>
                  <a:cubicBezTo>
                    <a:pt x="258" y="131"/>
                    <a:pt x="258" y="131"/>
                    <a:pt x="258" y="131"/>
                  </a:cubicBezTo>
                  <a:cubicBezTo>
                    <a:pt x="258" y="130"/>
                    <a:pt x="258" y="130"/>
                    <a:pt x="258" y="129"/>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 name="Google Shape;56;p27"/>
            <p:cNvSpPr/>
            <p:nvPr/>
          </p:nvSpPr>
          <p:spPr>
            <a:xfrm>
              <a:off x="1183" y="1651"/>
              <a:ext cx="1130" cy="1137"/>
            </a:xfrm>
            <a:custGeom>
              <a:avLst/>
              <a:gdLst/>
              <a:ahLst/>
              <a:cxnLst/>
              <a:rect l="l" t="t" r="r" b="b"/>
              <a:pathLst>
                <a:path w="257" h="258" extrusionOk="0">
                  <a:moveTo>
                    <a:pt x="129" y="42"/>
                  </a:moveTo>
                  <a:cubicBezTo>
                    <a:pt x="169" y="42"/>
                    <a:pt x="204" y="70"/>
                    <a:pt x="213" y="108"/>
                  </a:cubicBezTo>
                  <a:cubicBezTo>
                    <a:pt x="44" y="108"/>
                    <a:pt x="44" y="108"/>
                    <a:pt x="44" y="108"/>
                  </a:cubicBezTo>
                  <a:cubicBezTo>
                    <a:pt x="53" y="70"/>
                    <a:pt x="88" y="42"/>
                    <a:pt x="129" y="42"/>
                  </a:cubicBezTo>
                  <a:moveTo>
                    <a:pt x="129" y="216"/>
                  </a:moveTo>
                  <a:cubicBezTo>
                    <a:pt x="88" y="216"/>
                    <a:pt x="53" y="188"/>
                    <a:pt x="44" y="150"/>
                  </a:cubicBezTo>
                  <a:cubicBezTo>
                    <a:pt x="257" y="150"/>
                    <a:pt x="257" y="150"/>
                    <a:pt x="257" y="150"/>
                  </a:cubicBezTo>
                  <a:cubicBezTo>
                    <a:pt x="257" y="129"/>
                    <a:pt x="257" y="129"/>
                    <a:pt x="257" y="129"/>
                  </a:cubicBezTo>
                  <a:cubicBezTo>
                    <a:pt x="257" y="58"/>
                    <a:pt x="200" y="0"/>
                    <a:pt x="129" y="0"/>
                  </a:cubicBezTo>
                  <a:cubicBezTo>
                    <a:pt x="57" y="0"/>
                    <a:pt x="0" y="58"/>
                    <a:pt x="0" y="129"/>
                  </a:cubicBezTo>
                  <a:cubicBezTo>
                    <a:pt x="0" y="200"/>
                    <a:pt x="57" y="258"/>
                    <a:pt x="129" y="258"/>
                  </a:cubicBezTo>
                  <a:cubicBezTo>
                    <a:pt x="177" y="258"/>
                    <a:pt x="221" y="231"/>
                    <a:pt x="243" y="189"/>
                  </a:cubicBezTo>
                  <a:cubicBezTo>
                    <a:pt x="191" y="189"/>
                    <a:pt x="191" y="189"/>
                    <a:pt x="191" y="189"/>
                  </a:cubicBezTo>
                  <a:cubicBezTo>
                    <a:pt x="175" y="206"/>
                    <a:pt x="153" y="216"/>
                    <a:pt x="129" y="216"/>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 name="Google Shape;57;p27"/>
            <p:cNvSpPr/>
            <p:nvPr/>
          </p:nvSpPr>
          <p:spPr>
            <a:xfrm>
              <a:off x="0" y="1492"/>
              <a:ext cx="1315" cy="1336"/>
            </a:xfrm>
            <a:custGeom>
              <a:avLst/>
              <a:gdLst/>
              <a:ahLst/>
              <a:cxnLst/>
              <a:rect l="l" t="t" r="r" b="b"/>
              <a:pathLst>
                <a:path w="1315" h="1336" extrusionOk="0">
                  <a:moveTo>
                    <a:pt x="0" y="0"/>
                  </a:moveTo>
                  <a:lnTo>
                    <a:pt x="229" y="0"/>
                  </a:lnTo>
                  <a:lnTo>
                    <a:pt x="659" y="873"/>
                  </a:lnTo>
                  <a:lnTo>
                    <a:pt x="1090" y="0"/>
                  </a:lnTo>
                  <a:lnTo>
                    <a:pt x="1315" y="0"/>
                  </a:lnTo>
                  <a:lnTo>
                    <a:pt x="659" y="13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 name="Google Shape;58;p27"/>
            <p:cNvSpPr/>
            <p:nvPr/>
          </p:nvSpPr>
          <p:spPr>
            <a:xfrm>
              <a:off x="360" y="1492"/>
              <a:ext cx="594" cy="595"/>
            </a:xfrm>
            <a:custGeom>
              <a:avLst/>
              <a:gdLst/>
              <a:ahLst/>
              <a:cxnLst/>
              <a:rect l="l" t="t" r="r" b="b"/>
              <a:pathLst>
                <a:path w="135" h="135" extrusionOk="0">
                  <a:moveTo>
                    <a:pt x="0" y="0"/>
                  </a:moveTo>
                  <a:cubicBezTo>
                    <a:pt x="68" y="135"/>
                    <a:pt x="68" y="135"/>
                    <a:pt x="68" y="135"/>
                  </a:cubicBezTo>
                  <a:cubicBezTo>
                    <a:pt x="135" y="0"/>
                    <a:pt x="135" y="0"/>
                    <a:pt x="135" y="0"/>
                  </a:cubicBezTo>
                  <a:cubicBezTo>
                    <a:pt x="135" y="0"/>
                    <a:pt x="0" y="0"/>
                    <a:pt x="0"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Speaker Slide with picture">
  <p:cSld name="Speaker Slide with picture">
    <p:bg>
      <p:bgPr>
        <a:solidFill>
          <a:schemeClr val="dk2"/>
        </a:solidFill>
        <a:effectLst/>
      </p:bgPr>
    </p:bg>
    <p:spTree>
      <p:nvGrpSpPr>
        <p:cNvPr id="1" name="Shape 59"/>
        <p:cNvGrpSpPr/>
        <p:nvPr/>
      </p:nvGrpSpPr>
      <p:grpSpPr>
        <a:xfrm>
          <a:off x="0" y="0"/>
          <a:ext cx="0" cy="0"/>
          <a:chOff x="0" y="0"/>
          <a:chExt cx="0" cy="0"/>
        </a:xfrm>
      </p:grpSpPr>
      <p:sp>
        <p:nvSpPr>
          <p:cNvPr id="60" name="Google Shape;60;p28"/>
          <p:cNvSpPr txBox="1">
            <a:spLocks noGrp="1"/>
          </p:cNvSpPr>
          <p:nvPr>
            <p:ph type="subTitle" idx="1"/>
          </p:nvPr>
        </p:nvSpPr>
        <p:spPr>
          <a:xfrm>
            <a:off x="4389245" y="3731425"/>
            <a:ext cx="7453649" cy="892630"/>
          </a:xfrm>
          <a:prstGeom prst="rect">
            <a:avLst/>
          </a:prstGeom>
          <a:noFill/>
          <a:ln>
            <a:noFill/>
          </a:ln>
        </p:spPr>
        <p:txBody>
          <a:bodyPr spcFirstLastPara="1" wrap="square" lIns="91425" tIns="45700" rIns="91425" bIns="45700" anchor="t" anchorCtr="0">
            <a:normAutofit/>
          </a:bodyPr>
          <a:lstStyle>
            <a:lvl1pPr lvl="0" algn="l">
              <a:lnSpc>
                <a:spcPct val="80000"/>
              </a:lnSpc>
              <a:spcBef>
                <a:spcPts val="0"/>
              </a:spcBef>
              <a:spcAft>
                <a:spcPts val="0"/>
              </a:spcAft>
              <a:buSzPts val="2800"/>
              <a:buNone/>
              <a:defRPr sz="2800">
                <a:solidFill>
                  <a:srgbClr val="FEEBD0"/>
                </a:solidFill>
                <a:latin typeface="Calibri"/>
                <a:ea typeface="Calibri"/>
                <a:cs typeface="Calibri"/>
                <a:sym typeface="Calibri"/>
              </a:defRPr>
            </a:lvl1pPr>
            <a:lvl2pPr lvl="1" algn="ctr">
              <a:lnSpc>
                <a:spcPct val="80000"/>
              </a:lnSpc>
              <a:spcBef>
                <a:spcPts val="600"/>
              </a:spcBef>
              <a:spcAft>
                <a:spcPts val="0"/>
              </a:spcAft>
              <a:buClr>
                <a:srgbClr val="4A4B4E"/>
              </a:buClr>
              <a:buSzPts val="2000"/>
              <a:buNone/>
              <a:defRPr sz="2000"/>
            </a:lvl2pPr>
            <a:lvl3pPr lvl="2" algn="ctr">
              <a:lnSpc>
                <a:spcPct val="80000"/>
              </a:lnSpc>
              <a:spcBef>
                <a:spcPts val="600"/>
              </a:spcBef>
              <a:spcAft>
                <a:spcPts val="0"/>
              </a:spcAft>
              <a:buClr>
                <a:srgbClr val="4A4B4E"/>
              </a:buClr>
              <a:buSzPts val="1800"/>
              <a:buNone/>
              <a:defRPr sz="1800"/>
            </a:lvl3pPr>
            <a:lvl4pPr lvl="3" algn="ctr">
              <a:lnSpc>
                <a:spcPct val="80000"/>
              </a:lnSpc>
              <a:spcBef>
                <a:spcPts val="600"/>
              </a:spcBef>
              <a:spcAft>
                <a:spcPts val="0"/>
              </a:spcAft>
              <a:buClr>
                <a:srgbClr val="4A4B4E"/>
              </a:buClr>
              <a:buSzPts val="1600"/>
              <a:buNone/>
              <a:defRPr sz="1600"/>
            </a:lvl4pPr>
            <a:lvl5pPr lvl="4" algn="ctr">
              <a:lnSpc>
                <a:spcPct val="80000"/>
              </a:lnSpc>
              <a:spcBef>
                <a:spcPts val="600"/>
              </a:spcBef>
              <a:spcAft>
                <a:spcPts val="0"/>
              </a:spcAft>
              <a:buClr>
                <a:srgbClr val="4A4B4E"/>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61" name="Google Shape;61;p28"/>
          <p:cNvSpPr>
            <a:spLocks noGrp="1"/>
          </p:cNvSpPr>
          <p:nvPr>
            <p:ph type="pic" idx="2"/>
          </p:nvPr>
        </p:nvSpPr>
        <p:spPr>
          <a:xfrm>
            <a:off x="1492517" y="1984189"/>
            <a:ext cx="2532888" cy="2532888"/>
          </a:xfrm>
          <a:prstGeom prst="ellipse">
            <a:avLst/>
          </a:prstGeom>
          <a:noFill/>
          <a:ln>
            <a:noFill/>
          </a:ln>
        </p:spPr>
      </p:sp>
      <p:sp>
        <p:nvSpPr>
          <p:cNvPr id="62" name="Google Shape;62;p28"/>
          <p:cNvSpPr txBox="1">
            <a:spLocks noGrp="1"/>
          </p:cNvSpPr>
          <p:nvPr>
            <p:ph type="ctrTitle"/>
          </p:nvPr>
        </p:nvSpPr>
        <p:spPr>
          <a:xfrm>
            <a:off x="4390006" y="2819716"/>
            <a:ext cx="7432568" cy="899331"/>
          </a:xfrm>
          <a:prstGeom prst="rect">
            <a:avLst/>
          </a:prstGeom>
          <a:noFill/>
          <a:ln>
            <a:noFill/>
          </a:ln>
        </p:spPr>
        <p:txBody>
          <a:bodyPr spcFirstLastPara="1" wrap="square" lIns="91425" tIns="45700" rIns="91425" bIns="45700" anchor="b" anchorCtr="0">
            <a:noAutofit/>
          </a:bodyPr>
          <a:lstStyle>
            <a:lvl1pPr lvl="0" algn="l">
              <a:lnSpc>
                <a:spcPct val="70000"/>
              </a:lnSpc>
              <a:spcBef>
                <a:spcPts val="0"/>
              </a:spcBef>
              <a:spcAft>
                <a:spcPts val="0"/>
              </a:spcAft>
              <a:buClr>
                <a:schemeClr val="lt1"/>
              </a:buClr>
              <a:buSzPts val="4400"/>
              <a:buFont typeface="Calibri"/>
              <a:buNone/>
              <a:defRPr sz="44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63" name="Google Shape;63;p28"/>
          <p:cNvPicPr preferRelativeResize="0"/>
          <p:nvPr/>
        </p:nvPicPr>
        <p:blipFill rotWithShape="1">
          <a:blip r:embed="rId2" cstate="email"/>
          <a:srcRect/>
          <a:stretch>
            <a:fillRect/>
          </a:stretch>
        </p:blipFill>
        <p:spPr>
          <a:xfrm>
            <a:off x="4389245" y="2215965"/>
            <a:ext cx="2427582" cy="571667"/>
          </a:xfrm>
          <a:prstGeom prst="rect">
            <a:avLst/>
          </a:prstGeom>
          <a:noFill/>
          <a:ln>
            <a:noFill/>
          </a:ln>
        </p:spPr>
      </p:pic>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1_Speaker Slide with picture">
  <p:cSld name="1_Speaker Slide with picture">
    <p:bg>
      <p:bgPr>
        <a:solidFill>
          <a:schemeClr val="dk2"/>
        </a:solidFill>
        <a:effectLst/>
      </p:bgPr>
    </p:bg>
    <p:spTree>
      <p:nvGrpSpPr>
        <p:cNvPr id="1" name="Shape 64"/>
        <p:cNvGrpSpPr/>
        <p:nvPr/>
      </p:nvGrpSpPr>
      <p:grpSpPr>
        <a:xfrm>
          <a:off x="0" y="0"/>
          <a:ext cx="0" cy="0"/>
          <a:chOff x="0" y="0"/>
          <a:chExt cx="0" cy="0"/>
        </a:xfrm>
      </p:grpSpPr>
      <p:sp>
        <p:nvSpPr>
          <p:cNvPr id="65" name="Google Shape;65;p29"/>
          <p:cNvSpPr txBox="1">
            <a:spLocks noGrp="1"/>
          </p:cNvSpPr>
          <p:nvPr>
            <p:ph type="title"/>
          </p:nvPr>
        </p:nvSpPr>
        <p:spPr>
          <a:xfrm>
            <a:off x="4389245" y="1710671"/>
            <a:ext cx="6994966" cy="986568"/>
          </a:xfrm>
          <a:prstGeom prst="rect">
            <a:avLst/>
          </a:prstGeom>
          <a:noFill/>
          <a:ln>
            <a:noFill/>
          </a:ln>
        </p:spPr>
        <p:txBody>
          <a:bodyPr spcFirstLastPara="1" wrap="square" lIns="91425" tIns="45700" rIns="91425" bIns="45700" anchor="b" anchorCtr="0">
            <a:noAutofit/>
          </a:bodyPr>
          <a:lstStyle>
            <a:lvl1pPr lvl="0" algn="l">
              <a:lnSpc>
                <a:spcPct val="70000"/>
              </a:lnSpc>
              <a:spcBef>
                <a:spcPts val="0"/>
              </a:spcBef>
              <a:spcAft>
                <a:spcPts val="0"/>
              </a:spcAft>
              <a:buClr>
                <a:schemeClr val="lt1"/>
              </a:buClr>
              <a:buSzPts val="4400"/>
              <a:buFont typeface="Calibri"/>
              <a:buNone/>
              <a:defRPr sz="44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29"/>
          <p:cNvSpPr txBox="1">
            <a:spLocks noGrp="1"/>
          </p:cNvSpPr>
          <p:nvPr>
            <p:ph type="body" idx="1"/>
          </p:nvPr>
        </p:nvSpPr>
        <p:spPr>
          <a:xfrm>
            <a:off x="4387786" y="2726844"/>
            <a:ext cx="5807676" cy="749029"/>
          </a:xfrm>
          <a:prstGeom prst="rect">
            <a:avLst/>
          </a:prstGeom>
          <a:noFill/>
          <a:ln>
            <a:noFill/>
          </a:ln>
        </p:spPr>
        <p:txBody>
          <a:bodyPr spcFirstLastPara="1" wrap="square" lIns="91425" tIns="45700" rIns="91425" bIns="45700" anchor="t" anchorCtr="0">
            <a:noAutofit/>
          </a:bodyPr>
          <a:lstStyle>
            <a:lvl1pPr marL="457200" lvl="0" indent="-228600" algn="l">
              <a:lnSpc>
                <a:spcPct val="80000"/>
              </a:lnSpc>
              <a:spcBef>
                <a:spcPts val="1000"/>
              </a:spcBef>
              <a:spcAft>
                <a:spcPts val="0"/>
              </a:spcAft>
              <a:buSzPts val="2800"/>
              <a:buNone/>
              <a:defRPr sz="2800">
                <a:solidFill>
                  <a:schemeClr val="lt1"/>
                </a:solidFill>
                <a:latin typeface="Calibri"/>
                <a:ea typeface="Calibri"/>
                <a:cs typeface="Calibri"/>
                <a:sym typeface="Calibri"/>
              </a:defRPr>
            </a:lvl1pPr>
            <a:lvl2pPr marL="914400" lvl="1" indent="-228600" algn="l">
              <a:lnSpc>
                <a:spcPct val="80000"/>
              </a:lnSpc>
              <a:spcBef>
                <a:spcPts val="600"/>
              </a:spcBef>
              <a:spcAft>
                <a:spcPts val="0"/>
              </a:spcAft>
              <a:buClr>
                <a:srgbClr val="4A4B4E"/>
              </a:buClr>
              <a:buSzPts val="1900"/>
              <a:buNone/>
              <a:defRPr/>
            </a:lvl2pPr>
            <a:lvl3pPr marL="1371600" lvl="2" indent="-342900" algn="l">
              <a:lnSpc>
                <a:spcPct val="80000"/>
              </a:lnSpc>
              <a:spcBef>
                <a:spcPts val="600"/>
              </a:spcBef>
              <a:spcAft>
                <a:spcPts val="0"/>
              </a:spcAft>
              <a:buClr>
                <a:srgbClr val="4A4B4E"/>
              </a:buClr>
              <a:buSzPts val="1800"/>
              <a:buChar char="•"/>
              <a:defRPr/>
            </a:lvl3pPr>
            <a:lvl4pPr marL="1828800" lvl="3" indent="-342900" algn="l">
              <a:lnSpc>
                <a:spcPct val="80000"/>
              </a:lnSpc>
              <a:spcBef>
                <a:spcPts val="600"/>
              </a:spcBef>
              <a:spcAft>
                <a:spcPts val="0"/>
              </a:spcAft>
              <a:buClr>
                <a:srgbClr val="4A4B4E"/>
              </a:buClr>
              <a:buSzPts val="1800"/>
              <a:buChar char="•"/>
              <a:defRPr/>
            </a:lvl4pPr>
            <a:lvl5pPr marL="2286000" lvl="4" indent="-342900" algn="l">
              <a:lnSpc>
                <a:spcPct val="80000"/>
              </a:lnSpc>
              <a:spcBef>
                <a:spcPts val="600"/>
              </a:spcBef>
              <a:spcAft>
                <a:spcPts val="0"/>
              </a:spcAft>
              <a:buClr>
                <a:srgbClr val="4A4B4E"/>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7" name="Google Shape;67;p29"/>
          <p:cNvSpPr>
            <a:spLocks noGrp="1"/>
          </p:cNvSpPr>
          <p:nvPr>
            <p:ph type="pic" idx="2"/>
          </p:nvPr>
        </p:nvSpPr>
        <p:spPr>
          <a:xfrm>
            <a:off x="2794096" y="1993570"/>
            <a:ext cx="1243584" cy="1243584"/>
          </a:xfrm>
          <a:prstGeom prst="ellipse">
            <a:avLst/>
          </a:prstGeom>
          <a:noFill/>
          <a:ln>
            <a:noFill/>
          </a:ln>
        </p:spPr>
      </p:sp>
      <p:sp>
        <p:nvSpPr>
          <p:cNvPr id="68" name="Google Shape;68;p29"/>
          <p:cNvSpPr>
            <a:spLocks noGrp="1"/>
          </p:cNvSpPr>
          <p:nvPr>
            <p:ph type="pic" idx="3"/>
          </p:nvPr>
        </p:nvSpPr>
        <p:spPr>
          <a:xfrm>
            <a:off x="2794096" y="3541777"/>
            <a:ext cx="1243584" cy="1243584"/>
          </a:xfrm>
          <a:prstGeom prst="ellipse">
            <a:avLst/>
          </a:prstGeom>
          <a:noFill/>
          <a:ln>
            <a:noFill/>
          </a:ln>
        </p:spPr>
      </p:sp>
      <p:sp>
        <p:nvSpPr>
          <p:cNvPr id="69" name="Google Shape;69;p29"/>
          <p:cNvSpPr txBox="1">
            <a:spLocks noGrp="1"/>
          </p:cNvSpPr>
          <p:nvPr>
            <p:ph type="body" idx="4"/>
          </p:nvPr>
        </p:nvSpPr>
        <p:spPr>
          <a:xfrm>
            <a:off x="4386327" y="4288888"/>
            <a:ext cx="5807676" cy="749029"/>
          </a:xfrm>
          <a:prstGeom prst="rect">
            <a:avLst/>
          </a:prstGeom>
          <a:noFill/>
          <a:ln>
            <a:noFill/>
          </a:ln>
        </p:spPr>
        <p:txBody>
          <a:bodyPr spcFirstLastPara="1" wrap="square" lIns="91425" tIns="45700" rIns="91425" bIns="45700" anchor="t" anchorCtr="0">
            <a:noAutofit/>
          </a:bodyPr>
          <a:lstStyle>
            <a:lvl1pPr marL="457200" lvl="0" indent="-228600" algn="l">
              <a:lnSpc>
                <a:spcPct val="80000"/>
              </a:lnSpc>
              <a:spcBef>
                <a:spcPts val="1000"/>
              </a:spcBef>
              <a:spcAft>
                <a:spcPts val="0"/>
              </a:spcAft>
              <a:buSzPts val="2800"/>
              <a:buNone/>
              <a:defRPr sz="2800">
                <a:solidFill>
                  <a:schemeClr val="lt1"/>
                </a:solidFill>
                <a:latin typeface="Calibri"/>
                <a:ea typeface="Calibri"/>
                <a:cs typeface="Calibri"/>
                <a:sym typeface="Calibri"/>
              </a:defRPr>
            </a:lvl1pPr>
            <a:lvl2pPr marL="914400" lvl="1" indent="-228600" algn="l">
              <a:lnSpc>
                <a:spcPct val="80000"/>
              </a:lnSpc>
              <a:spcBef>
                <a:spcPts val="600"/>
              </a:spcBef>
              <a:spcAft>
                <a:spcPts val="0"/>
              </a:spcAft>
              <a:buClr>
                <a:srgbClr val="4A4B4E"/>
              </a:buClr>
              <a:buSzPts val="1900"/>
              <a:buNone/>
              <a:defRPr/>
            </a:lvl2pPr>
            <a:lvl3pPr marL="1371600" lvl="2" indent="-342900" algn="l">
              <a:lnSpc>
                <a:spcPct val="80000"/>
              </a:lnSpc>
              <a:spcBef>
                <a:spcPts val="600"/>
              </a:spcBef>
              <a:spcAft>
                <a:spcPts val="0"/>
              </a:spcAft>
              <a:buClr>
                <a:srgbClr val="4A4B4E"/>
              </a:buClr>
              <a:buSzPts val="1800"/>
              <a:buChar char="•"/>
              <a:defRPr/>
            </a:lvl3pPr>
            <a:lvl4pPr marL="1828800" lvl="3" indent="-342900" algn="l">
              <a:lnSpc>
                <a:spcPct val="80000"/>
              </a:lnSpc>
              <a:spcBef>
                <a:spcPts val="600"/>
              </a:spcBef>
              <a:spcAft>
                <a:spcPts val="0"/>
              </a:spcAft>
              <a:buClr>
                <a:srgbClr val="4A4B4E"/>
              </a:buClr>
              <a:buSzPts val="1800"/>
              <a:buChar char="•"/>
              <a:defRPr/>
            </a:lvl4pPr>
            <a:lvl5pPr marL="2286000" lvl="4" indent="-342900" algn="l">
              <a:lnSpc>
                <a:spcPct val="80000"/>
              </a:lnSpc>
              <a:spcBef>
                <a:spcPts val="600"/>
              </a:spcBef>
              <a:spcAft>
                <a:spcPts val="0"/>
              </a:spcAft>
              <a:buClr>
                <a:srgbClr val="4A4B4E"/>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0" name="Google Shape;70;p29"/>
          <p:cNvSpPr txBox="1">
            <a:spLocks noGrp="1"/>
          </p:cNvSpPr>
          <p:nvPr>
            <p:ph type="body" idx="5"/>
          </p:nvPr>
        </p:nvSpPr>
        <p:spPr>
          <a:xfrm>
            <a:off x="4386327" y="3237154"/>
            <a:ext cx="7006603" cy="1015581"/>
          </a:xfrm>
          <a:prstGeom prst="rect">
            <a:avLst/>
          </a:prstGeom>
          <a:noFill/>
          <a:ln>
            <a:noFill/>
          </a:ln>
        </p:spPr>
        <p:txBody>
          <a:bodyPr spcFirstLastPara="1" wrap="square" lIns="91425" tIns="45700" rIns="91425" bIns="45700" anchor="b" anchorCtr="0">
            <a:noAutofit/>
          </a:bodyPr>
          <a:lstStyle>
            <a:lvl1pPr marL="457200" lvl="0" indent="-228600" algn="l">
              <a:lnSpc>
                <a:spcPct val="80000"/>
              </a:lnSpc>
              <a:spcBef>
                <a:spcPts val="1000"/>
              </a:spcBef>
              <a:spcAft>
                <a:spcPts val="0"/>
              </a:spcAft>
              <a:buSzPts val="4400"/>
              <a:buNone/>
              <a:defRPr sz="4400">
                <a:solidFill>
                  <a:schemeClr val="lt1"/>
                </a:solidFill>
                <a:latin typeface="Calibri"/>
                <a:ea typeface="Calibri"/>
                <a:cs typeface="Calibri"/>
                <a:sym typeface="Calibri"/>
              </a:defRPr>
            </a:lvl1pPr>
            <a:lvl2pPr marL="914400" lvl="1" indent="-228600" algn="l">
              <a:lnSpc>
                <a:spcPct val="80000"/>
              </a:lnSpc>
              <a:spcBef>
                <a:spcPts val="600"/>
              </a:spcBef>
              <a:spcAft>
                <a:spcPts val="0"/>
              </a:spcAft>
              <a:buClr>
                <a:srgbClr val="4A4B4E"/>
              </a:buClr>
              <a:buSzPts val="1900"/>
              <a:buNone/>
              <a:defRPr/>
            </a:lvl2pPr>
            <a:lvl3pPr marL="1371600" lvl="2" indent="-342900" algn="l">
              <a:lnSpc>
                <a:spcPct val="80000"/>
              </a:lnSpc>
              <a:spcBef>
                <a:spcPts val="600"/>
              </a:spcBef>
              <a:spcAft>
                <a:spcPts val="0"/>
              </a:spcAft>
              <a:buClr>
                <a:srgbClr val="4A4B4E"/>
              </a:buClr>
              <a:buSzPts val="1800"/>
              <a:buChar char="•"/>
              <a:defRPr/>
            </a:lvl3pPr>
            <a:lvl4pPr marL="1828800" lvl="3" indent="-342900" algn="l">
              <a:lnSpc>
                <a:spcPct val="80000"/>
              </a:lnSpc>
              <a:spcBef>
                <a:spcPts val="600"/>
              </a:spcBef>
              <a:spcAft>
                <a:spcPts val="0"/>
              </a:spcAft>
              <a:buClr>
                <a:srgbClr val="4A4B4E"/>
              </a:buClr>
              <a:buSzPts val="1800"/>
              <a:buChar char="•"/>
              <a:defRPr/>
            </a:lvl4pPr>
            <a:lvl5pPr marL="2286000" lvl="4" indent="-342900" algn="l">
              <a:lnSpc>
                <a:spcPct val="80000"/>
              </a:lnSpc>
              <a:spcBef>
                <a:spcPts val="600"/>
              </a:spcBef>
              <a:spcAft>
                <a:spcPts val="0"/>
              </a:spcAft>
              <a:buClr>
                <a:srgbClr val="4A4B4E"/>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grpSp>
        <p:nvGrpSpPr>
          <p:cNvPr id="71" name="Google Shape;71;p29"/>
          <p:cNvGrpSpPr/>
          <p:nvPr/>
        </p:nvGrpSpPr>
        <p:grpSpPr>
          <a:xfrm>
            <a:off x="5579537" y="6394621"/>
            <a:ext cx="1032926" cy="241526"/>
            <a:chOff x="2556" y="1860"/>
            <a:chExt cx="2566" cy="600"/>
          </a:xfrm>
        </p:grpSpPr>
        <p:sp>
          <p:nvSpPr>
            <p:cNvPr id="72" name="Google Shape;72;p29"/>
            <p:cNvSpPr/>
            <p:nvPr/>
          </p:nvSpPr>
          <p:spPr>
            <a:xfrm>
              <a:off x="2558" y="1860"/>
              <a:ext cx="2564" cy="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 name="Google Shape;73;p29"/>
            <p:cNvSpPr/>
            <p:nvPr/>
          </p:nvSpPr>
          <p:spPr>
            <a:xfrm>
              <a:off x="4124" y="1938"/>
              <a:ext cx="517" cy="522"/>
            </a:xfrm>
            <a:custGeom>
              <a:avLst/>
              <a:gdLst/>
              <a:ahLst/>
              <a:cxnLst/>
              <a:rect l="l" t="t" r="r" b="b"/>
              <a:pathLst>
                <a:path w="253" h="253" extrusionOk="0">
                  <a:moveTo>
                    <a:pt x="253" y="0"/>
                  </a:moveTo>
                  <a:cubicBezTo>
                    <a:pt x="206" y="0"/>
                    <a:pt x="206" y="0"/>
                    <a:pt x="206" y="0"/>
                  </a:cubicBezTo>
                  <a:cubicBezTo>
                    <a:pt x="126" y="159"/>
                    <a:pt x="126" y="159"/>
                    <a:pt x="126" y="159"/>
                  </a:cubicBezTo>
                  <a:cubicBezTo>
                    <a:pt x="46" y="0"/>
                    <a:pt x="46" y="0"/>
                    <a:pt x="46" y="0"/>
                  </a:cubicBezTo>
                  <a:cubicBezTo>
                    <a:pt x="0" y="0"/>
                    <a:pt x="0" y="0"/>
                    <a:pt x="0" y="0"/>
                  </a:cubicBezTo>
                  <a:cubicBezTo>
                    <a:pt x="50" y="100"/>
                    <a:pt x="126" y="253"/>
                    <a:pt x="126" y="253"/>
                  </a:cubicBezTo>
                  <a:lnTo>
                    <a:pt x="253"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 name="Google Shape;74;p29"/>
            <p:cNvSpPr/>
            <p:nvPr/>
          </p:nvSpPr>
          <p:spPr>
            <a:xfrm>
              <a:off x="3642" y="1934"/>
              <a:ext cx="505" cy="507"/>
            </a:xfrm>
            <a:custGeom>
              <a:avLst/>
              <a:gdLst/>
              <a:ahLst/>
              <a:cxnLst/>
              <a:rect l="l" t="t" r="r" b="b"/>
              <a:pathLst>
                <a:path w="247" h="246" extrusionOk="0">
                  <a:moveTo>
                    <a:pt x="124" y="206"/>
                  </a:moveTo>
                  <a:cubicBezTo>
                    <a:pt x="85" y="206"/>
                    <a:pt x="52" y="179"/>
                    <a:pt x="43" y="143"/>
                  </a:cubicBezTo>
                  <a:cubicBezTo>
                    <a:pt x="247" y="143"/>
                    <a:pt x="247" y="143"/>
                    <a:pt x="247" y="143"/>
                  </a:cubicBezTo>
                  <a:cubicBezTo>
                    <a:pt x="247" y="123"/>
                    <a:pt x="247" y="123"/>
                    <a:pt x="247" y="123"/>
                  </a:cubicBezTo>
                  <a:cubicBezTo>
                    <a:pt x="247" y="55"/>
                    <a:pt x="192" y="0"/>
                    <a:pt x="124" y="0"/>
                  </a:cubicBezTo>
                  <a:cubicBezTo>
                    <a:pt x="56" y="0"/>
                    <a:pt x="0" y="55"/>
                    <a:pt x="0" y="123"/>
                  </a:cubicBezTo>
                  <a:cubicBezTo>
                    <a:pt x="0" y="191"/>
                    <a:pt x="56" y="246"/>
                    <a:pt x="124" y="246"/>
                  </a:cubicBezTo>
                  <a:cubicBezTo>
                    <a:pt x="170" y="246"/>
                    <a:pt x="212" y="220"/>
                    <a:pt x="233" y="181"/>
                  </a:cubicBezTo>
                  <a:cubicBezTo>
                    <a:pt x="184" y="181"/>
                    <a:pt x="184" y="181"/>
                    <a:pt x="184" y="181"/>
                  </a:cubicBezTo>
                  <a:cubicBezTo>
                    <a:pt x="169" y="197"/>
                    <a:pt x="147" y="206"/>
                    <a:pt x="124" y="206"/>
                  </a:cubicBezTo>
                  <a:moveTo>
                    <a:pt x="124" y="40"/>
                  </a:moveTo>
                  <a:cubicBezTo>
                    <a:pt x="163" y="40"/>
                    <a:pt x="196" y="67"/>
                    <a:pt x="205" y="103"/>
                  </a:cubicBezTo>
                  <a:cubicBezTo>
                    <a:pt x="43" y="103"/>
                    <a:pt x="43" y="103"/>
                    <a:pt x="43" y="103"/>
                  </a:cubicBezTo>
                  <a:cubicBezTo>
                    <a:pt x="52" y="67"/>
                    <a:pt x="85" y="40"/>
                    <a:pt x="124" y="40"/>
                  </a:cubicBezTo>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 name="Google Shape;75;p29"/>
            <p:cNvSpPr/>
            <p:nvPr/>
          </p:nvSpPr>
          <p:spPr>
            <a:xfrm>
              <a:off x="4617" y="1936"/>
              <a:ext cx="503" cy="507"/>
            </a:xfrm>
            <a:custGeom>
              <a:avLst/>
              <a:gdLst/>
              <a:ahLst/>
              <a:cxnLst/>
              <a:rect l="l" t="t" r="r" b="b"/>
              <a:pathLst>
                <a:path w="246" h="246" extrusionOk="0">
                  <a:moveTo>
                    <a:pt x="246" y="123"/>
                  </a:moveTo>
                  <a:cubicBezTo>
                    <a:pt x="246" y="123"/>
                    <a:pt x="246" y="122"/>
                    <a:pt x="246" y="122"/>
                  </a:cubicBezTo>
                  <a:cubicBezTo>
                    <a:pt x="246" y="2"/>
                    <a:pt x="246" y="2"/>
                    <a:pt x="246" y="2"/>
                  </a:cubicBezTo>
                  <a:cubicBezTo>
                    <a:pt x="206" y="2"/>
                    <a:pt x="206" y="2"/>
                    <a:pt x="206" y="2"/>
                  </a:cubicBezTo>
                  <a:cubicBezTo>
                    <a:pt x="206" y="32"/>
                    <a:pt x="206" y="32"/>
                    <a:pt x="206" y="32"/>
                  </a:cubicBezTo>
                  <a:cubicBezTo>
                    <a:pt x="184" y="12"/>
                    <a:pt x="155" y="0"/>
                    <a:pt x="123" y="0"/>
                  </a:cubicBezTo>
                  <a:cubicBezTo>
                    <a:pt x="55" y="0"/>
                    <a:pt x="0" y="55"/>
                    <a:pt x="0" y="123"/>
                  </a:cubicBezTo>
                  <a:cubicBezTo>
                    <a:pt x="0" y="191"/>
                    <a:pt x="55" y="246"/>
                    <a:pt x="123" y="246"/>
                  </a:cubicBezTo>
                  <a:cubicBezTo>
                    <a:pt x="155" y="246"/>
                    <a:pt x="184" y="234"/>
                    <a:pt x="206" y="214"/>
                  </a:cubicBezTo>
                  <a:cubicBezTo>
                    <a:pt x="206" y="244"/>
                    <a:pt x="206" y="244"/>
                    <a:pt x="206" y="244"/>
                  </a:cubicBezTo>
                  <a:cubicBezTo>
                    <a:pt x="246" y="244"/>
                    <a:pt x="246" y="244"/>
                    <a:pt x="246" y="244"/>
                  </a:cubicBezTo>
                  <a:cubicBezTo>
                    <a:pt x="246" y="124"/>
                    <a:pt x="246" y="124"/>
                    <a:pt x="246" y="124"/>
                  </a:cubicBezTo>
                  <a:cubicBezTo>
                    <a:pt x="246" y="124"/>
                    <a:pt x="246" y="123"/>
                    <a:pt x="246" y="123"/>
                  </a:cubicBezTo>
                  <a:moveTo>
                    <a:pt x="123" y="206"/>
                  </a:moveTo>
                  <a:cubicBezTo>
                    <a:pt x="77" y="206"/>
                    <a:pt x="40" y="169"/>
                    <a:pt x="40" y="123"/>
                  </a:cubicBezTo>
                  <a:cubicBezTo>
                    <a:pt x="40" y="77"/>
                    <a:pt x="77" y="40"/>
                    <a:pt x="123" y="40"/>
                  </a:cubicBezTo>
                  <a:cubicBezTo>
                    <a:pt x="169" y="40"/>
                    <a:pt x="206" y="76"/>
                    <a:pt x="206" y="122"/>
                  </a:cubicBezTo>
                  <a:cubicBezTo>
                    <a:pt x="206" y="124"/>
                    <a:pt x="206" y="124"/>
                    <a:pt x="206" y="124"/>
                  </a:cubicBezTo>
                  <a:cubicBezTo>
                    <a:pt x="206" y="170"/>
                    <a:pt x="169" y="206"/>
                    <a:pt x="123" y="206"/>
                  </a:cubicBezTo>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6" name="Google Shape;76;p29"/>
            <p:cNvSpPr/>
            <p:nvPr/>
          </p:nvSpPr>
          <p:spPr>
            <a:xfrm>
              <a:off x="3081" y="1934"/>
              <a:ext cx="505" cy="507"/>
            </a:xfrm>
            <a:custGeom>
              <a:avLst/>
              <a:gdLst/>
              <a:ahLst/>
              <a:cxnLst/>
              <a:rect l="l" t="t" r="r" b="b"/>
              <a:pathLst>
                <a:path w="247" h="246" extrusionOk="0">
                  <a:moveTo>
                    <a:pt x="124" y="206"/>
                  </a:moveTo>
                  <a:cubicBezTo>
                    <a:pt x="85" y="206"/>
                    <a:pt x="52" y="179"/>
                    <a:pt x="43" y="143"/>
                  </a:cubicBezTo>
                  <a:cubicBezTo>
                    <a:pt x="247" y="143"/>
                    <a:pt x="247" y="143"/>
                    <a:pt x="247" y="143"/>
                  </a:cubicBezTo>
                  <a:cubicBezTo>
                    <a:pt x="247" y="123"/>
                    <a:pt x="247" y="123"/>
                    <a:pt x="247" y="123"/>
                  </a:cubicBezTo>
                  <a:cubicBezTo>
                    <a:pt x="247" y="55"/>
                    <a:pt x="192" y="0"/>
                    <a:pt x="124" y="0"/>
                  </a:cubicBezTo>
                  <a:cubicBezTo>
                    <a:pt x="56" y="0"/>
                    <a:pt x="0" y="55"/>
                    <a:pt x="0" y="123"/>
                  </a:cubicBezTo>
                  <a:cubicBezTo>
                    <a:pt x="0" y="191"/>
                    <a:pt x="56" y="246"/>
                    <a:pt x="124" y="246"/>
                  </a:cubicBezTo>
                  <a:cubicBezTo>
                    <a:pt x="171" y="246"/>
                    <a:pt x="212" y="220"/>
                    <a:pt x="233" y="181"/>
                  </a:cubicBezTo>
                  <a:cubicBezTo>
                    <a:pt x="184" y="181"/>
                    <a:pt x="184" y="181"/>
                    <a:pt x="184" y="181"/>
                  </a:cubicBezTo>
                  <a:cubicBezTo>
                    <a:pt x="169" y="197"/>
                    <a:pt x="147" y="206"/>
                    <a:pt x="124" y="206"/>
                  </a:cubicBezTo>
                  <a:moveTo>
                    <a:pt x="124" y="40"/>
                  </a:moveTo>
                  <a:cubicBezTo>
                    <a:pt x="163" y="40"/>
                    <a:pt x="196" y="67"/>
                    <a:pt x="205" y="103"/>
                  </a:cubicBezTo>
                  <a:cubicBezTo>
                    <a:pt x="43" y="103"/>
                    <a:pt x="43" y="103"/>
                    <a:pt x="43" y="103"/>
                  </a:cubicBezTo>
                  <a:cubicBezTo>
                    <a:pt x="52" y="67"/>
                    <a:pt x="85" y="40"/>
                    <a:pt x="124" y="40"/>
                  </a:cubicBezTo>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 name="Google Shape;77;p29"/>
            <p:cNvSpPr/>
            <p:nvPr/>
          </p:nvSpPr>
          <p:spPr>
            <a:xfrm>
              <a:off x="2556" y="1862"/>
              <a:ext cx="585" cy="598"/>
            </a:xfrm>
            <a:custGeom>
              <a:avLst/>
              <a:gdLst/>
              <a:ahLst/>
              <a:cxnLst/>
              <a:rect l="l" t="t" r="r" b="b"/>
              <a:pathLst>
                <a:path w="585" h="598" extrusionOk="0">
                  <a:moveTo>
                    <a:pt x="0" y="0"/>
                  </a:moveTo>
                  <a:lnTo>
                    <a:pt x="102" y="0"/>
                  </a:lnTo>
                  <a:lnTo>
                    <a:pt x="294" y="390"/>
                  </a:lnTo>
                  <a:lnTo>
                    <a:pt x="487" y="0"/>
                  </a:lnTo>
                  <a:lnTo>
                    <a:pt x="585" y="0"/>
                  </a:lnTo>
                  <a:lnTo>
                    <a:pt x="294" y="598"/>
                  </a:lnTo>
                  <a:lnTo>
                    <a:pt x="0"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 name="Google Shape;78;p29"/>
            <p:cNvSpPr/>
            <p:nvPr/>
          </p:nvSpPr>
          <p:spPr>
            <a:xfrm>
              <a:off x="2556" y="1862"/>
              <a:ext cx="585" cy="598"/>
            </a:xfrm>
            <a:custGeom>
              <a:avLst/>
              <a:gdLst/>
              <a:ahLst/>
              <a:cxnLst/>
              <a:rect l="l" t="t" r="r" b="b"/>
              <a:pathLst>
                <a:path w="585" h="598" extrusionOk="0">
                  <a:moveTo>
                    <a:pt x="0" y="0"/>
                  </a:moveTo>
                  <a:lnTo>
                    <a:pt x="102" y="0"/>
                  </a:lnTo>
                  <a:lnTo>
                    <a:pt x="294" y="390"/>
                  </a:lnTo>
                  <a:lnTo>
                    <a:pt x="487" y="0"/>
                  </a:lnTo>
                  <a:lnTo>
                    <a:pt x="585" y="0"/>
                  </a:lnTo>
                  <a:lnTo>
                    <a:pt x="294" y="598"/>
                  </a:lnTo>
                  <a:lnTo>
                    <a:pt x="0"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 name="Google Shape;79;p29"/>
            <p:cNvSpPr/>
            <p:nvPr/>
          </p:nvSpPr>
          <p:spPr>
            <a:xfrm>
              <a:off x="2718" y="1862"/>
              <a:ext cx="263" cy="266"/>
            </a:xfrm>
            <a:custGeom>
              <a:avLst/>
              <a:gdLst/>
              <a:ahLst/>
              <a:cxnLst/>
              <a:rect l="l" t="t" r="r" b="b"/>
              <a:pathLst>
                <a:path w="129" h="129" extrusionOk="0">
                  <a:moveTo>
                    <a:pt x="0" y="0"/>
                  </a:moveTo>
                  <a:cubicBezTo>
                    <a:pt x="64" y="129"/>
                    <a:pt x="64" y="129"/>
                    <a:pt x="64" y="129"/>
                  </a:cubicBezTo>
                  <a:cubicBezTo>
                    <a:pt x="129" y="0"/>
                    <a:pt x="129" y="0"/>
                    <a:pt x="129" y="0"/>
                  </a:cubicBezTo>
                  <a:cubicBezTo>
                    <a:pt x="129" y="0"/>
                    <a:pt x="0" y="0"/>
                    <a:pt x="0"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ubtitle Content">
  <p:cSld name="Title Subtitle Content">
    <p:spTree>
      <p:nvGrpSpPr>
        <p:cNvPr id="1" name="Shape 80"/>
        <p:cNvGrpSpPr/>
        <p:nvPr/>
      </p:nvGrpSpPr>
      <p:grpSpPr>
        <a:xfrm>
          <a:off x="0" y="0"/>
          <a:ext cx="0" cy="0"/>
          <a:chOff x="0" y="0"/>
          <a:chExt cx="0" cy="0"/>
        </a:xfrm>
      </p:grpSpPr>
      <p:sp>
        <p:nvSpPr>
          <p:cNvPr id="81" name="Google Shape;81;p30"/>
          <p:cNvSpPr txBox="1">
            <a:spLocks noGrp="1"/>
          </p:cNvSpPr>
          <p:nvPr>
            <p:ph type="body" idx="1"/>
          </p:nvPr>
        </p:nvSpPr>
        <p:spPr>
          <a:xfrm>
            <a:off x="826624" y="1371600"/>
            <a:ext cx="11098676" cy="5105400"/>
          </a:xfrm>
          <a:prstGeom prst="rect">
            <a:avLst/>
          </a:prstGeom>
          <a:noFill/>
          <a:ln>
            <a:noFill/>
          </a:ln>
        </p:spPr>
        <p:txBody>
          <a:bodyPr spcFirstLastPara="1" wrap="square" lIns="91425" tIns="45700" rIns="91425" bIns="45700" anchor="t" anchorCtr="0">
            <a:noAutofit/>
          </a:bodyPr>
          <a:lstStyle>
            <a:lvl1pPr marL="457200" lvl="0" indent="-381000" algn="l">
              <a:lnSpc>
                <a:spcPct val="80000"/>
              </a:lnSpc>
              <a:spcBef>
                <a:spcPts val="1000"/>
              </a:spcBef>
              <a:spcAft>
                <a:spcPts val="0"/>
              </a:spcAft>
              <a:buSzPts val="2400"/>
              <a:buChar char="•"/>
              <a:defRPr/>
            </a:lvl1pPr>
            <a:lvl2pPr marL="914400" lvl="1" indent="-349250" algn="l">
              <a:lnSpc>
                <a:spcPct val="80000"/>
              </a:lnSpc>
              <a:spcBef>
                <a:spcPts val="600"/>
              </a:spcBef>
              <a:spcAft>
                <a:spcPts val="0"/>
              </a:spcAft>
              <a:buClr>
                <a:srgbClr val="4A4B4E"/>
              </a:buClr>
              <a:buSzPts val="1900"/>
              <a:buChar char="−"/>
              <a:defRPr/>
            </a:lvl2pPr>
            <a:lvl3pPr marL="1371600" lvl="2" indent="-330200" algn="l">
              <a:lnSpc>
                <a:spcPct val="80000"/>
              </a:lnSpc>
              <a:spcBef>
                <a:spcPts val="600"/>
              </a:spcBef>
              <a:spcAft>
                <a:spcPts val="0"/>
              </a:spcAft>
              <a:buClr>
                <a:srgbClr val="4A4B4E"/>
              </a:buClr>
              <a:buSzPts val="1600"/>
              <a:buChar char="•"/>
              <a:defRPr/>
            </a:lvl3pPr>
            <a:lvl4pPr marL="1828800" lvl="3" indent="-330200" algn="l">
              <a:lnSpc>
                <a:spcPct val="80000"/>
              </a:lnSpc>
              <a:spcBef>
                <a:spcPts val="600"/>
              </a:spcBef>
              <a:spcAft>
                <a:spcPts val="0"/>
              </a:spcAft>
              <a:buClr>
                <a:srgbClr val="4A4B4E"/>
              </a:buClr>
              <a:buSzPts val="1600"/>
              <a:buChar char="•"/>
              <a:defRPr/>
            </a:lvl4pPr>
            <a:lvl5pPr marL="2286000" lvl="4" indent="-330200" algn="l">
              <a:lnSpc>
                <a:spcPct val="80000"/>
              </a:lnSpc>
              <a:spcBef>
                <a:spcPts val="600"/>
              </a:spcBef>
              <a:spcAft>
                <a:spcPts val="0"/>
              </a:spcAft>
              <a:buClr>
                <a:srgbClr val="4A4B4E"/>
              </a:buClr>
              <a:buSzPts val="16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2" name="Google Shape;82;p30"/>
          <p:cNvSpPr txBox="1">
            <a:spLocks noGrp="1"/>
          </p:cNvSpPr>
          <p:nvPr>
            <p:ph type="body" idx="2"/>
          </p:nvPr>
        </p:nvSpPr>
        <p:spPr>
          <a:xfrm>
            <a:off x="276303" y="907082"/>
            <a:ext cx="11639394" cy="579664"/>
          </a:xfrm>
          <a:prstGeom prst="rect">
            <a:avLst/>
          </a:prstGeom>
          <a:noFill/>
          <a:ln>
            <a:noFill/>
          </a:ln>
        </p:spPr>
        <p:txBody>
          <a:bodyPr spcFirstLastPara="1" wrap="square" lIns="91425" tIns="45700" rIns="91425" bIns="45700" anchor="t" anchorCtr="0">
            <a:noAutofit/>
          </a:bodyPr>
          <a:lstStyle>
            <a:lvl1pPr marL="457200" lvl="0" indent="-228600" algn="ctr">
              <a:lnSpc>
                <a:spcPct val="80000"/>
              </a:lnSpc>
              <a:spcBef>
                <a:spcPts val="1000"/>
              </a:spcBef>
              <a:spcAft>
                <a:spcPts val="0"/>
              </a:spcAft>
              <a:buSzPts val="2600"/>
              <a:buNone/>
              <a:defRPr sz="2600">
                <a:solidFill>
                  <a:srgbClr val="87888D"/>
                </a:solidFill>
              </a:defRPr>
            </a:lvl1pPr>
            <a:lvl2pPr marL="914400" lvl="1" indent="-342900" algn="l">
              <a:lnSpc>
                <a:spcPct val="80000"/>
              </a:lnSpc>
              <a:spcBef>
                <a:spcPts val="600"/>
              </a:spcBef>
              <a:spcAft>
                <a:spcPts val="0"/>
              </a:spcAft>
              <a:buClr>
                <a:srgbClr val="4A4B4E"/>
              </a:buClr>
              <a:buSzPts val="1800"/>
              <a:buChar char="−"/>
              <a:defRPr/>
            </a:lvl2pPr>
            <a:lvl3pPr marL="1371600" lvl="2" indent="-342900" algn="l">
              <a:lnSpc>
                <a:spcPct val="80000"/>
              </a:lnSpc>
              <a:spcBef>
                <a:spcPts val="600"/>
              </a:spcBef>
              <a:spcAft>
                <a:spcPts val="0"/>
              </a:spcAft>
              <a:buClr>
                <a:srgbClr val="4A4B4E"/>
              </a:buClr>
              <a:buSzPts val="1800"/>
              <a:buChar char="•"/>
              <a:defRPr/>
            </a:lvl3pPr>
            <a:lvl4pPr marL="1828800" lvl="3" indent="-342900" algn="l">
              <a:lnSpc>
                <a:spcPct val="80000"/>
              </a:lnSpc>
              <a:spcBef>
                <a:spcPts val="600"/>
              </a:spcBef>
              <a:spcAft>
                <a:spcPts val="0"/>
              </a:spcAft>
              <a:buClr>
                <a:srgbClr val="4A4B4E"/>
              </a:buClr>
              <a:buSzPts val="1800"/>
              <a:buChar char="•"/>
              <a:defRPr/>
            </a:lvl4pPr>
            <a:lvl5pPr marL="2286000" lvl="4" indent="-342900" algn="l">
              <a:lnSpc>
                <a:spcPct val="80000"/>
              </a:lnSpc>
              <a:spcBef>
                <a:spcPts val="600"/>
              </a:spcBef>
              <a:spcAft>
                <a:spcPts val="0"/>
              </a:spcAft>
              <a:buClr>
                <a:srgbClr val="4A4B4E"/>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3" name="Google Shape;83;p30"/>
          <p:cNvSpPr txBox="1">
            <a:spLocks noGrp="1"/>
          </p:cNvSpPr>
          <p:nvPr>
            <p:ph type="title"/>
          </p:nvPr>
        </p:nvSpPr>
        <p:spPr>
          <a:xfrm>
            <a:off x="276303" y="96275"/>
            <a:ext cx="11639394" cy="970525"/>
          </a:xfrm>
          <a:prstGeom prst="rect">
            <a:avLst/>
          </a:prstGeom>
          <a:noFill/>
          <a:ln>
            <a:noFill/>
          </a:ln>
        </p:spPr>
        <p:txBody>
          <a:bodyPr spcFirstLastPara="1" wrap="square" lIns="91425" tIns="45700" rIns="91425" bIns="45700" anchor="ctr" anchorCtr="0">
            <a:noAutofit/>
          </a:bodyPr>
          <a:lstStyle>
            <a:lvl1pPr lvl="0" algn="ctr">
              <a:lnSpc>
                <a:spcPct val="7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Two Content">
  <p:cSld name="Title Two Content">
    <p:spTree>
      <p:nvGrpSpPr>
        <p:cNvPr id="1" name="Shape 84"/>
        <p:cNvGrpSpPr/>
        <p:nvPr/>
      </p:nvGrpSpPr>
      <p:grpSpPr>
        <a:xfrm>
          <a:off x="0" y="0"/>
          <a:ext cx="0" cy="0"/>
          <a:chOff x="0" y="0"/>
          <a:chExt cx="0" cy="0"/>
        </a:xfrm>
      </p:grpSpPr>
      <p:sp>
        <p:nvSpPr>
          <p:cNvPr id="85" name="Google Shape;85;p31"/>
          <p:cNvSpPr txBox="1">
            <a:spLocks noGrp="1"/>
          </p:cNvSpPr>
          <p:nvPr>
            <p:ph type="body" idx="1"/>
          </p:nvPr>
        </p:nvSpPr>
        <p:spPr>
          <a:xfrm>
            <a:off x="838200" y="1371600"/>
            <a:ext cx="5181600" cy="5105400"/>
          </a:xfrm>
          <a:prstGeom prst="rect">
            <a:avLst/>
          </a:prstGeom>
          <a:noFill/>
          <a:ln>
            <a:noFill/>
          </a:ln>
        </p:spPr>
        <p:txBody>
          <a:bodyPr spcFirstLastPara="1" wrap="square" lIns="91425" tIns="45700" rIns="91425" bIns="45700" anchor="t" anchorCtr="0">
            <a:noAutofit/>
          </a:bodyPr>
          <a:lstStyle>
            <a:lvl1pPr marL="457200" lvl="0" indent="-381000" algn="l">
              <a:lnSpc>
                <a:spcPct val="80000"/>
              </a:lnSpc>
              <a:spcBef>
                <a:spcPts val="1000"/>
              </a:spcBef>
              <a:spcAft>
                <a:spcPts val="0"/>
              </a:spcAft>
              <a:buSzPts val="2400"/>
              <a:buChar char="•"/>
              <a:defRPr/>
            </a:lvl1pPr>
            <a:lvl2pPr marL="914400" lvl="1" indent="-349250" algn="l">
              <a:lnSpc>
                <a:spcPct val="80000"/>
              </a:lnSpc>
              <a:spcBef>
                <a:spcPts val="600"/>
              </a:spcBef>
              <a:spcAft>
                <a:spcPts val="0"/>
              </a:spcAft>
              <a:buClr>
                <a:srgbClr val="4A4B4E"/>
              </a:buClr>
              <a:buSzPts val="1900"/>
              <a:buChar char="−"/>
              <a:defRPr/>
            </a:lvl2pPr>
            <a:lvl3pPr marL="1371600" lvl="2" indent="-330200" algn="l">
              <a:lnSpc>
                <a:spcPct val="80000"/>
              </a:lnSpc>
              <a:spcBef>
                <a:spcPts val="600"/>
              </a:spcBef>
              <a:spcAft>
                <a:spcPts val="0"/>
              </a:spcAft>
              <a:buClr>
                <a:srgbClr val="4A4B4E"/>
              </a:buClr>
              <a:buSzPts val="1600"/>
              <a:buChar char="•"/>
              <a:defRPr/>
            </a:lvl3pPr>
            <a:lvl4pPr marL="1828800" lvl="3" indent="-330200" algn="l">
              <a:lnSpc>
                <a:spcPct val="80000"/>
              </a:lnSpc>
              <a:spcBef>
                <a:spcPts val="600"/>
              </a:spcBef>
              <a:spcAft>
                <a:spcPts val="0"/>
              </a:spcAft>
              <a:buClr>
                <a:srgbClr val="4A4B4E"/>
              </a:buClr>
              <a:buSzPts val="1600"/>
              <a:buChar char="•"/>
              <a:defRPr/>
            </a:lvl4pPr>
            <a:lvl5pPr marL="2286000" lvl="4" indent="-330200" algn="l">
              <a:lnSpc>
                <a:spcPct val="80000"/>
              </a:lnSpc>
              <a:spcBef>
                <a:spcPts val="600"/>
              </a:spcBef>
              <a:spcAft>
                <a:spcPts val="0"/>
              </a:spcAft>
              <a:buClr>
                <a:srgbClr val="4A4B4E"/>
              </a:buClr>
              <a:buSzPts val="16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6" name="Google Shape;86;p31"/>
          <p:cNvSpPr txBox="1">
            <a:spLocks noGrp="1"/>
          </p:cNvSpPr>
          <p:nvPr>
            <p:ph type="body" idx="2"/>
          </p:nvPr>
        </p:nvSpPr>
        <p:spPr>
          <a:xfrm>
            <a:off x="6172200" y="1371600"/>
            <a:ext cx="5181600" cy="5105400"/>
          </a:xfrm>
          <a:prstGeom prst="rect">
            <a:avLst/>
          </a:prstGeom>
          <a:noFill/>
          <a:ln>
            <a:noFill/>
          </a:ln>
        </p:spPr>
        <p:txBody>
          <a:bodyPr spcFirstLastPara="1" wrap="square" lIns="91425" tIns="45700" rIns="91425" bIns="45700" anchor="t" anchorCtr="0">
            <a:noAutofit/>
          </a:bodyPr>
          <a:lstStyle>
            <a:lvl1pPr marL="457200" lvl="0" indent="-381000" algn="l">
              <a:lnSpc>
                <a:spcPct val="80000"/>
              </a:lnSpc>
              <a:spcBef>
                <a:spcPts val="1000"/>
              </a:spcBef>
              <a:spcAft>
                <a:spcPts val="0"/>
              </a:spcAft>
              <a:buSzPts val="2400"/>
              <a:buChar char="•"/>
              <a:defRPr/>
            </a:lvl1pPr>
            <a:lvl2pPr marL="914400" lvl="1" indent="-349250" algn="l">
              <a:lnSpc>
                <a:spcPct val="80000"/>
              </a:lnSpc>
              <a:spcBef>
                <a:spcPts val="600"/>
              </a:spcBef>
              <a:spcAft>
                <a:spcPts val="0"/>
              </a:spcAft>
              <a:buClr>
                <a:srgbClr val="4A4B4E"/>
              </a:buClr>
              <a:buSzPts val="1900"/>
              <a:buChar char="−"/>
              <a:defRPr/>
            </a:lvl2pPr>
            <a:lvl3pPr marL="1371600" lvl="2" indent="-330200" algn="l">
              <a:lnSpc>
                <a:spcPct val="80000"/>
              </a:lnSpc>
              <a:spcBef>
                <a:spcPts val="600"/>
              </a:spcBef>
              <a:spcAft>
                <a:spcPts val="0"/>
              </a:spcAft>
              <a:buClr>
                <a:srgbClr val="4A4B4E"/>
              </a:buClr>
              <a:buSzPts val="1600"/>
              <a:buChar char="•"/>
              <a:defRPr/>
            </a:lvl3pPr>
            <a:lvl4pPr marL="1828800" lvl="3" indent="-330200" algn="l">
              <a:lnSpc>
                <a:spcPct val="80000"/>
              </a:lnSpc>
              <a:spcBef>
                <a:spcPts val="600"/>
              </a:spcBef>
              <a:spcAft>
                <a:spcPts val="0"/>
              </a:spcAft>
              <a:buClr>
                <a:srgbClr val="4A4B4E"/>
              </a:buClr>
              <a:buSzPts val="1600"/>
              <a:buChar char="•"/>
              <a:defRPr/>
            </a:lvl4pPr>
            <a:lvl5pPr marL="2286000" lvl="4" indent="-330200" algn="l">
              <a:lnSpc>
                <a:spcPct val="80000"/>
              </a:lnSpc>
              <a:spcBef>
                <a:spcPts val="600"/>
              </a:spcBef>
              <a:spcAft>
                <a:spcPts val="0"/>
              </a:spcAft>
              <a:buClr>
                <a:srgbClr val="4A4B4E"/>
              </a:buClr>
              <a:buSzPts val="16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7" name="Google Shape;87;p31"/>
          <p:cNvSpPr txBox="1">
            <a:spLocks noGrp="1"/>
          </p:cNvSpPr>
          <p:nvPr>
            <p:ph type="title"/>
          </p:nvPr>
        </p:nvSpPr>
        <p:spPr>
          <a:xfrm>
            <a:off x="276303" y="96276"/>
            <a:ext cx="11639394" cy="986568"/>
          </a:xfrm>
          <a:prstGeom prst="rect">
            <a:avLst/>
          </a:prstGeom>
          <a:noFill/>
          <a:ln>
            <a:noFill/>
          </a:ln>
        </p:spPr>
        <p:txBody>
          <a:bodyPr spcFirstLastPara="1" wrap="square" lIns="91425" tIns="45700" rIns="91425" bIns="45700" anchor="ctr" anchorCtr="0">
            <a:noAutofit/>
          </a:bodyPr>
          <a:lstStyle>
            <a:lvl1pPr lvl="0" algn="ctr">
              <a:lnSpc>
                <a:spcPct val="7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ubtitle">
  <p:cSld name="Title Subtitle">
    <p:spTree>
      <p:nvGrpSpPr>
        <p:cNvPr id="1" name="Shape 88"/>
        <p:cNvGrpSpPr/>
        <p:nvPr/>
      </p:nvGrpSpPr>
      <p:grpSpPr>
        <a:xfrm>
          <a:off x="0" y="0"/>
          <a:ext cx="0" cy="0"/>
          <a:chOff x="0" y="0"/>
          <a:chExt cx="0" cy="0"/>
        </a:xfrm>
      </p:grpSpPr>
      <p:sp>
        <p:nvSpPr>
          <p:cNvPr id="89" name="Google Shape;89;p32"/>
          <p:cNvSpPr txBox="1">
            <a:spLocks noGrp="1"/>
          </p:cNvSpPr>
          <p:nvPr>
            <p:ph type="title"/>
          </p:nvPr>
        </p:nvSpPr>
        <p:spPr>
          <a:xfrm>
            <a:off x="276303" y="96276"/>
            <a:ext cx="11639394" cy="970524"/>
          </a:xfrm>
          <a:prstGeom prst="rect">
            <a:avLst/>
          </a:prstGeom>
          <a:noFill/>
          <a:ln>
            <a:noFill/>
          </a:ln>
        </p:spPr>
        <p:txBody>
          <a:bodyPr spcFirstLastPara="1" wrap="square" lIns="91425" tIns="45700" rIns="91425" bIns="45700" anchor="ctr" anchorCtr="0">
            <a:noAutofit/>
          </a:bodyPr>
          <a:lstStyle>
            <a:lvl1pPr lvl="0" algn="ctr">
              <a:lnSpc>
                <a:spcPct val="7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32"/>
          <p:cNvSpPr txBox="1">
            <a:spLocks noGrp="1"/>
          </p:cNvSpPr>
          <p:nvPr>
            <p:ph type="body" idx="1"/>
          </p:nvPr>
        </p:nvSpPr>
        <p:spPr>
          <a:xfrm>
            <a:off x="765969" y="907082"/>
            <a:ext cx="10660063" cy="579664"/>
          </a:xfrm>
          <a:prstGeom prst="rect">
            <a:avLst/>
          </a:prstGeom>
          <a:noFill/>
          <a:ln>
            <a:noFill/>
          </a:ln>
        </p:spPr>
        <p:txBody>
          <a:bodyPr spcFirstLastPara="1" wrap="square" lIns="91425" tIns="45700" rIns="91425" bIns="45700" anchor="t" anchorCtr="0">
            <a:noAutofit/>
          </a:bodyPr>
          <a:lstStyle>
            <a:lvl1pPr marL="457200" lvl="0" indent="-228600" algn="ctr">
              <a:lnSpc>
                <a:spcPct val="80000"/>
              </a:lnSpc>
              <a:spcBef>
                <a:spcPts val="1000"/>
              </a:spcBef>
              <a:spcAft>
                <a:spcPts val="0"/>
              </a:spcAft>
              <a:buSzPts val="2600"/>
              <a:buNone/>
              <a:defRPr sz="2600">
                <a:solidFill>
                  <a:srgbClr val="87888D"/>
                </a:solidFill>
              </a:defRPr>
            </a:lvl1pPr>
            <a:lvl2pPr marL="914400" lvl="1" indent="-342900" algn="l">
              <a:lnSpc>
                <a:spcPct val="80000"/>
              </a:lnSpc>
              <a:spcBef>
                <a:spcPts val="600"/>
              </a:spcBef>
              <a:spcAft>
                <a:spcPts val="0"/>
              </a:spcAft>
              <a:buClr>
                <a:srgbClr val="4A4B4E"/>
              </a:buClr>
              <a:buSzPts val="1800"/>
              <a:buChar char="−"/>
              <a:defRPr/>
            </a:lvl2pPr>
            <a:lvl3pPr marL="1371600" lvl="2" indent="-342900" algn="l">
              <a:lnSpc>
                <a:spcPct val="80000"/>
              </a:lnSpc>
              <a:spcBef>
                <a:spcPts val="600"/>
              </a:spcBef>
              <a:spcAft>
                <a:spcPts val="0"/>
              </a:spcAft>
              <a:buClr>
                <a:srgbClr val="4A4B4E"/>
              </a:buClr>
              <a:buSzPts val="1800"/>
              <a:buChar char="•"/>
              <a:defRPr/>
            </a:lvl3pPr>
            <a:lvl4pPr marL="1828800" lvl="3" indent="-342900" algn="l">
              <a:lnSpc>
                <a:spcPct val="80000"/>
              </a:lnSpc>
              <a:spcBef>
                <a:spcPts val="600"/>
              </a:spcBef>
              <a:spcAft>
                <a:spcPts val="0"/>
              </a:spcAft>
              <a:buClr>
                <a:srgbClr val="4A4B4E"/>
              </a:buClr>
              <a:buSzPts val="1800"/>
              <a:buChar char="•"/>
              <a:defRPr/>
            </a:lvl4pPr>
            <a:lvl5pPr marL="2286000" lvl="4" indent="-342900" algn="l">
              <a:lnSpc>
                <a:spcPct val="80000"/>
              </a:lnSpc>
              <a:spcBef>
                <a:spcPts val="600"/>
              </a:spcBef>
              <a:spcAft>
                <a:spcPts val="0"/>
              </a:spcAft>
              <a:buClr>
                <a:srgbClr val="4A4B4E"/>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Tree>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Blank">
  <p:cSld name="1_Title Blank">
    <p:spTree>
      <p:nvGrpSpPr>
        <p:cNvPr id="1" name="Shape 91"/>
        <p:cNvGrpSpPr/>
        <p:nvPr/>
      </p:nvGrpSpPr>
      <p:grpSpPr>
        <a:xfrm>
          <a:off x="0" y="0"/>
          <a:ext cx="0" cy="0"/>
          <a:chOff x="0" y="0"/>
          <a:chExt cx="0" cy="0"/>
        </a:xfrm>
      </p:grpSpPr>
      <p:sp>
        <p:nvSpPr>
          <p:cNvPr id="92" name="Google Shape;92;p33"/>
          <p:cNvSpPr txBox="1">
            <a:spLocks noGrp="1"/>
          </p:cNvSpPr>
          <p:nvPr>
            <p:ph type="title"/>
          </p:nvPr>
        </p:nvSpPr>
        <p:spPr>
          <a:xfrm>
            <a:off x="276303" y="96276"/>
            <a:ext cx="11639394" cy="982881"/>
          </a:xfrm>
          <a:prstGeom prst="rect">
            <a:avLst/>
          </a:prstGeom>
          <a:noFill/>
          <a:ln>
            <a:noFill/>
          </a:ln>
        </p:spPr>
        <p:txBody>
          <a:bodyPr spcFirstLastPara="1" wrap="square" lIns="91425" tIns="45700" rIns="91425" bIns="45700" anchor="ctr" anchorCtr="0">
            <a:noAutofit/>
          </a:bodyPr>
          <a:lstStyle>
            <a:lvl1pPr lvl="0" algn="ctr">
              <a:lnSpc>
                <a:spcPct val="7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matchingName="Blank White">
  <p:cSld name="Blank White">
    <p:spTree>
      <p:nvGrpSpPr>
        <p:cNvPr id="1" name="Shape 93"/>
        <p:cNvGrpSpPr/>
        <p:nvPr/>
      </p:nvGrpSpPr>
      <p:grpSpPr>
        <a:xfrm>
          <a:off x="0" y="0"/>
          <a:ext cx="0" cy="0"/>
          <a:chOff x="0" y="0"/>
          <a:chExt cx="0" cy="0"/>
        </a:xfrm>
      </p:grpSpPr>
    </p:spTree>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Blank Orange">
  <p:cSld name="Blank Orange">
    <p:bg>
      <p:bgPr>
        <a:solidFill>
          <a:schemeClr val="dk2"/>
        </a:solidFill>
        <a:effectLst/>
      </p:bgPr>
    </p:bg>
    <p:spTree>
      <p:nvGrpSpPr>
        <p:cNvPr id="1" name="Shape 94"/>
        <p:cNvGrpSpPr/>
        <p:nvPr/>
      </p:nvGrpSpPr>
      <p:grpSpPr>
        <a:xfrm>
          <a:off x="0" y="0"/>
          <a:ext cx="0" cy="0"/>
          <a:chOff x="0" y="0"/>
          <a:chExt cx="0" cy="0"/>
        </a:xfrm>
      </p:grpSpPr>
      <p:grpSp>
        <p:nvGrpSpPr>
          <p:cNvPr id="95" name="Google Shape;95;p35"/>
          <p:cNvGrpSpPr/>
          <p:nvPr/>
        </p:nvGrpSpPr>
        <p:grpSpPr>
          <a:xfrm>
            <a:off x="234968" y="6519734"/>
            <a:ext cx="244893" cy="248803"/>
            <a:chOff x="2666237" y="2584432"/>
            <a:chExt cx="864026" cy="877824"/>
          </a:xfrm>
        </p:grpSpPr>
        <p:sp>
          <p:nvSpPr>
            <p:cNvPr id="96" name="Google Shape;96;p35"/>
            <p:cNvSpPr/>
            <p:nvPr/>
          </p:nvSpPr>
          <p:spPr>
            <a:xfrm>
              <a:off x="2666237" y="2584432"/>
              <a:ext cx="864026" cy="877824"/>
            </a:xfrm>
            <a:custGeom>
              <a:avLst/>
              <a:gdLst/>
              <a:ahLst/>
              <a:cxnLst/>
              <a:rect l="l" t="t" r="r" b="b"/>
              <a:pathLst>
                <a:path w="1315" h="1336" extrusionOk="0">
                  <a:moveTo>
                    <a:pt x="0" y="0"/>
                  </a:moveTo>
                  <a:lnTo>
                    <a:pt x="229" y="0"/>
                  </a:lnTo>
                  <a:lnTo>
                    <a:pt x="659" y="873"/>
                  </a:lnTo>
                  <a:lnTo>
                    <a:pt x="1090" y="0"/>
                  </a:lnTo>
                  <a:lnTo>
                    <a:pt x="1315" y="0"/>
                  </a:lnTo>
                  <a:lnTo>
                    <a:pt x="659" y="1336"/>
                  </a:lnTo>
                  <a:lnTo>
                    <a:pt x="0" y="0"/>
                  </a:lnTo>
                  <a:close/>
                </a:path>
              </a:pathLst>
            </a:custGeom>
            <a:solidFill>
              <a:srgbClr val="FED7A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7" name="Google Shape;97;p35"/>
            <p:cNvSpPr/>
            <p:nvPr/>
          </p:nvSpPr>
          <p:spPr>
            <a:xfrm>
              <a:off x="2902776" y="2584432"/>
              <a:ext cx="390290" cy="390947"/>
            </a:xfrm>
            <a:custGeom>
              <a:avLst/>
              <a:gdLst/>
              <a:ahLst/>
              <a:cxnLst/>
              <a:rect l="l" t="t" r="r" b="b"/>
              <a:pathLst>
                <a:path w="135" h="135" extrusionOk="0">
                  <a:moveTo>
                    <a:pt x="0" y="0"/>
                  </a:moveTo>
                  <a:cubicBezTo>
                    <a:pt x="68" y="135"/>
                    <a:pt x="68" y="135"/>
                    <a:pt x="68" y="135"/>
                  </a:cubicBezTo>
                  <a:cubicBezTo>
                    <a:pt x="135" y="0"/>
                    <a:pt x="135" y="0"/>
                    <a:pt x="135" y="0"/>
                  </a:cubicBezTo>
                  <a:cubicBezTo>
                    <a:pt x="135" y="0"/>
                    <a:pt x="0" y="0"/>
                    <a:pt x="0" y="0"/>
                  </a:cubicBezTo>
                </a:path>
              </a:pathLst>
            </a:custGeom>
            <a:solidFill>
              <a:srgbClr val="FED7A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98" name="Google Shape;98;p35"/>
          <p:cNvSpPr txBox="1"/>
          <p:nvPr/>
        </p:nvSpPr>
        <p:spPr>
          <a:xfrm>
            <a:off x="11017792" y="6521025"/>
            <a:ext cx="1019596" cy="246221"/>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000">
                <a:solidFill>
                  <a:srgbClr val="FED7A1"/>
                </a:solidFill>
                <a:latin typeface="Calibri"/>
                <a:ea typeface="Calibri"/>
                <a:cs typeface="Calibri"/>
                <a:sym typeface="Calibri"/>
              </a:rPr>
            </a:fld>
            <a:endParaRPr sz="1000">
              <a:solidFill>
                <a:srgbClr val="FED7A1"/>
              </a:solidFill>
              <a:latin typeface="Calibri"/>
              <a:ea typeface="Calibri"/>
              <a:cs typeface="Calibri"/>
              <a:sym typeface="Calibri"/>
            </a:endParaRPr>
          </a:p>
        </p:txBody>
      </p:sp>
      <p:sp>
        <p:nvSpPr>
          <p:cNvPr id="99" name="Google Shape;99;p35"/>
          <p:cNvSpPr txBox="1"/>
          <p:nvPr/>
        </p:nvSpPr>
        <p:spPr>
          <a:xfrm>
            <a:off x="4392560" y="6530550"/>
            <a:ext cx="3406881" cy="24622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1000"/>
              <a:buFont typeface="Calibri"/>
              <a:buNone/>
            </a:pPr>
            <a:r>
              <a:rPr lang="en-US" sz="1000">
                <a:solidFill>
                  <a:schemeClr val="lt1"/>
                </a:solidFill>
                <a:latin typeface="Calibri"/>
                <a:ea typeface="Calibri"/>
                <a:cs typeface="Calibri"/>
                <a:sym typeface="Calibri"/>
              </a:rPr>
              <a:t>Copyright © Veeva Systems 2021</a:t>
            </a:r>
            <a:endParaRPr lang="en-US" sz="1000">
              <a:solidFill>
                <a:schemeClr val="lt1"/>
              </a:solidFill>
              <a:latin typeface="Calibri"/>
              <a:ea typeface="Calibri"/>
              <a:cs typeface="Calibri"/>
              <a:sym typeface="Calibri"/>
            </a:endParaRPr>
          </a:p>
        </p:txBody>
      </p:sp>
    </p:spTree>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Content Horisontal">
  <p:cSld name="Title Content Horisontal">
    <p:spTree>
      <p:nvGrpSpPr>
        <p:cNvPr id="1" name="Shape 100"/>
        <p:cNvGrpSpPr/>
        <p:nvPr/>
      </p:nvGrpSpPr>
      <p:grpSpPr>
        <a:xfrm>
          <a:off x="0" y="0"/>
          <a:ext cx="0" cy="0"/>
          <a:chOff x="0" y="0"/>
          <a:chExt cx="0" cy="0"/>
        </a:xfrm>
      </p:grpSpPr>
      <p:sp>
        <p:nvSpPr>
          <p:cNvPr id="101" name="Google Shape;101;p36"/>
          <p:cNvSpPr/>
          <p:nvPr/>
        </p:nvSpPr>
        <p:spPr>
          <a:xfrm>
            <a:off x="5173362" y="6519734"/>
            <a:ext cx="3188043" cy="33826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2" name="Google Shape;102;p36"/>
          <p:cNvSpPr/>
          <p:nvPr/>
        </p:nvSpPr>
        <p:spPr>
          <a:xfrm>
            <a:off x="0" y="0"/>
            <a:ext cx="4935794"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3" name="Google Shape;103;p36"/>
          <p:cNvSpPr txBox="1">
            <a:spLocks noGrp="1"/>
          </p:cNvSpPr>
          <p:nvPr>
            <p:ph type="title"/>
          </p:nvPr>
        </p:nvSpPr>
        <p:spPr>
          <a:xfrm>
            <a:off x="276303" y="2673884"/>
            <a:ext cx="4423516" cy="1101213"/>
          </a:xfrm>
          <a:prstGeom prst="rect">
            <a:avLst/>
          </a:prstGeom>
          <a:noFill/>
          <a:ln>
            <a:noFill/>
          </a:ln>
        </p:spPr>
        <p:txBody>
          <a:bodyPr spcFirstLastPara="1" wrap="square" lIns="91425" tIns="45700" rIns="91425" bIns="45700" anchor="ctr" anchorCtr="0">
            <a:noAutofit/>
          </a:bodyPr>
          <a:lstStyle>
            <a:lvl1pPr lvl="0" algn="ctr">
              <a:lnSpc>
                <a:spcPct val="70000"/>
              </a:lnSpc>
              <a:spcBef>
                <a:spcPts val="0"/>
              </a:spcBef>
              <a:spcAft>
                <a:spcPts val="0"/>
              </a:spcAft>
              <a:buClr>
                <a:schemeClr val="lt1"/>
              </a:buClr>
              <a:buSzPts val="40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36"/>
          <p:cNvSpPr txBox="1">
            <a:spLocks noGrp="1"/>
          </p:cNvSpPr>
          <p:nvPr>
            <p:ph type="body" idx="1"/>
          </p:nvPr>
        </p:nvSpPr>
        <p:spPr>
          <a:xfrm>
            <a:off x="5358808" y="1485900"/>
            <a:ext cx="6368904" cy="4991099"/>
          </a:xfrm>
          <a:prstGeom prst="rect">
            <a:avLst/>
          </a:prstGeom>
          <a:noFill/>
          <a:ln>
            <a:noFill/>
          </a:ln>
        </p:spPr>
        <p:txBody>
          <a:bodyPr spcFirstLastPara="1" wrap="square" lIns="91425" tIns="45700" rIns="91425" bIns="45700" anchor="t" anchorCtr="0">
            <a:noAutofit/>
          </a:bodyPr>
          <a:lstStyle>
            <a:lvl1pPr marL="457200" lvl="0" indent="-381000" algn="l">
              <a:lnSpc>
                <a:spcPct val="80000"/>
              </a:lnSpc>
              <a:spcBef>
                <a:spcPts val="1000"/>
              </a:spcBef>
              <a:spcAft>
                <a:spcPts val="0"/>
              </a:spcAft>
              <a:buSzPts val="2400"/>
              <a:buChar char="•"/>
              <a:defRPr/>
            </a:lvl1pPr>
            <a:lvl2pPr marL="914400" lvl="1" indent="-349250" algn="l">
              <a:lnSpc>
                <a:spcPct val="80000"/>
              </a:lnSpc>
              <a:spcBef>
                <a:spcPts val="600"/>
              </a:spcBef>
              <a:spcAft>
                <a:spcPts val="0"/>
              </a:spcAft>
              <a:buClr>
                <a:srgbClr val="4A4B4E"/>
              </a:buClr>
              <a:buSzPts val="1900"/>
              <a:buChar char="−"/>
              <a:defRPr/>
            </a:lvl2pPr>
            <a:lvl3pPr marL="1371600" lvl="2" indent="-330200" algn="l">
              <a:lnSpc>
                <a:spcPct val="80000"/>
              </a:lnSpc>
              <a:spcBef>
                <a:spcPts val="600"/>
              </a:spcBef>
              <a:spcAft>
                <a:spcPts val="0"/>
              </a:spcAft>
              <a:buClr>
                <a:srgbClr val="4A4B4E"/>
              </a:buClr>
              <a:buSzPts val="1600"/>
              <a:buChar char="•"/>
              <a:defRPr/>
            </a:lvl3pPr>
            <a:lvl4pPr marL="1828800" lvl="3" indent="-330200" algn="l">
              <a:lnSpc>
                <a:spcPct val="80000"/>
              </a:lnSpc>
              <a:spcBef>
                <a:spcPts val="600"/>
              </a:spcBef>
              <a:spcAft>
                <a:spcPts val="0"/>
              </a:spcAft>
              <a:buClr>
                <a:srgbClr val="4A4B4E"/>
              </a:buClr>
              <a:buSzPts val="1600"/>
              <a:buChar char="•"/>
              <a:defRPr/>
            </a:lvl4pPr>
            <a:lvl5pPr marL="2286000" lvl="4" indent="-330200" algn="l">
              <a:lnSpc>
                <a:spcPct val="80000"/>
              </a:lnSpc>
              <a:spcBef>
                <a:spcPts val="600"/>
              </a:spcBef>
              <a:spcAft>
                <a:spcPts val="0"/>
              </a:spcAft>
              <a:buClr>
                <a:srgbClr val="4A4B4E"/>
              </a:buClr>
              <a:buSzPts val="16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grpSp>
        <p:nvGrpSpPr>
          <p:cNvPr id="105" name="Google Shape;105;p36"/>
          <p:cNvGrpSpPr/>
          <p:nvPr/>
        </p:nvGrpSpPr>
        <p:grpSpPr>
          <a:xfrm>
            <a:off x="234968" y="6519734"/>
            <a:ext cx="244893" cy="248803"/>
            <a:chOff x="2666237" y="2584432"/>
            <a:chExt cx="864026" cy="877824"/>
          </a:xfrm>
        </p:grpSpPr>
        <p:sp>
          <p:nvSpPr>
            <p:cNvPr id="106" name="Google Shape;106;p36"/>
            <p:cNvSpPr/>
            <p:nvPr/>
          </p:nvSpPr>
          <p:spPr>
            <a:xfrm>
              <a:off x="2666237" y="2584432"/>
              <a:ext cx="864026" cy="877824"/>
            </a:xfrm>
            <a:custGeom>
              <a:avLst/>
              <a:gdLst/>
              <a:ahLst/>
              <a:cxnLst/>
              <a:rect l="l" t="t" r="r" b="b"/>
              <a:pathLst>
                <a:path w="1315" h="1336" extrusionOk="0">
                  <a:moveTo>
                    <a:pt x="0" y="0"/>
                  </a:moveTo>
                  <a:lnTo>
                    <a:pt x="229" y="0"/>
                  </a:lnTo>
                  <a:lnTo>
                    <a:pt x="659" y="873"/>
                  </a:lnTo>
                  <a:lnTo>
                    <a:pt x="1090" y="0"/>
                  </a:lnTo>
                  <a:lnTo>
                    <a:pt x="1315" y="0"/>
                  </a:lnTo>
                  <a:lnTo>
                    <a:pt x="659" y="1336"/>
                  </a:lnTo>
                  <a:lnTo>
                    <a:pt x="0" y="0"/>
                  </a:lnTo>
                  <a:close/>
                </a:path>
              </a:pathLst>
            </a:custGeom>
            <a:solidFill>
              <a:srgbClr val="FED7A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7" name="Google Shape;107;p36"/>
            <p:cNvSpPr/>
            <p:nvPr/>
          </p:nvSpPr>
          <p:spPr>
            <a:xfrm>
              <a:off x="2902776" y="2584432"/>
              <a:ext cx="390290" cy="390947"/>
            </a:xfrm>
            <a:custGeom>
              <a:avLst/>
              <a:gdLst/>
              <a:ahLst/>
              <a:cxnLst/>
              <a:rect l="l" t="t" r="r" b="b"/>
              <a:pathLst>
                <a:path w="135" h="135" extrusionOk="0">
                  <a:moveTo>
                    <a:pt x="0" y="0"/>
                  </a:moveTo>
                  <a:cubicBezTo>
                    <a:pt x="68" y="135"/>
                    <a:pt x="68" y="135"/>
                    <a:pt x="68" y="135"/>
                  </a:cubicBezTo>
                  <a:cubicBezTo>
                    <a:pt x="135" y="0"/>
                    <a:pt x="135" y="0"/>
                    <a:pt x="135" y="0"/>
                  </a:cubicBezTo>
                  <a:cubicBezTo>
                    <a:pt x="135" y="0"/>
                    <a:pt x="0" y="0"/>
                    <a:pt x="0" y="0"/>
                  </a:cubicBezTo>
                </a:path>
              </a:pathLst>
            </a:custGeom>
            <a:solidFill>
              <a:srgbClr val="FED7A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08" name="Google Shape;108;p36"/>
          <p:cNvSpPr txBox="1"/>
          <p:nvPr/>
        </p:nvSpPr>
        <p:spPr>
          <a:xfrm>
            <a:off x="4392560" y="6530550"/>
            <a:ext cx="3406881" cy="24622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AEABAB"/>
              </a:buClr>
              <a:buSzPts val="1000"/>
              <a:buFont typeface="Calibri"/>
              <a:buNone/>
            </a:pPr>
            <a:r>
              <a:rPr lang="en-US" sz="1000">
                <a:solidFill>
                  <a:srgbClr val="AEABAB"/>
                </a:solidFill>
                <a:latin typeface="Calibri"/>
                <a:ea typeface="Calibri"/>
                <a:cs typeface="Calibri"/>
                <a:sym typeface="Calibri"/>
              </a:rPr>
              <a:t>Copyright © Veeva Systems 2021</a:t>
            </a:r>
            <a:endParaRPr lang="en-US" sz="1000">
              <a:solidFill>
                <a:srgbClr val="AEABAB"/>
              </a:solidFill>
              <a:latin typeface="Calibri"/>
              <a:ea typeface="Calibri"/>
              <a:cs typeface="Calibri"/>
              <a:sym typeface="Calibri"/>
            </a:endParaRPr>
          </a:p>
        </p:txBody>
      </p:sp>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Compare Orange White">
  <p:cSld name="Compare Orange White">
    <p:bg>
      <p:bgPr>
        <a:solidFill>
          <a:schemeClr val="dk2"/>
        </a:solidFill>
        <a:effectLst/>
      </p:bgPr>
    </p:bg>
    <p:spTree>
      <p:nvGrpSpPr>
        <p:cNvPr id="1" name="Shape 109"/>
        <p:cNvGrpSpPr/>
        <p:nvPr/>
      </p:nvGrpSpPr>
      <p:grpSpPr>
        <a:xfrm>
          <a:off x="0" y="0"/>
          <a:ext cx="0" cy="0"/>
          <a:chOff x="0" y="0"/>
          <a:chExt cx="0" cy="0"/>
        </a:xfrm>
      </p:grpSpPr>
      <p:sp>
        <p:nvSpPr>
          <p:cNvPr id="110" name="Google Shape;110;p37"/>
          <p:cNvSpPr/>
          <p:nvPr/>
        </p:nvSpPr>
        <p:spPr>
          <a:xfrm>
            <a:off x="6096000" y="0"/>
            <a:ext cx="6096000" cy="6858000"/>
          </a:xfrm>
          <a:prstGeom prst="rect">
            <a:avLst/>
          </a:prstGeom>
          <a:solidFill>
            <a:schemeClr val="lt1"/>
          </a:solidFill>
          <a:ln>
            <a:noFill/>
          </a:ln>
        </p:spPr>
        <p:txBody>
          <a:bodyPr spcFirstLastPara="1" wrap="square" lIns="91425" tIns="45700" rIns="91425" bIns="45700" anchor="ctr" anchorCtr="0">
            <a:noAutofit/>
          </a:bodyPr>
          <a:lstStyle/>
          <a:p>
            <a:pPr marL="121920" marR="0" lvl="0" indent="-121920" algn="ctr" rtl="0">
              <a:spcBef>
                <a:spcPts val="0"/>
              </a:spcBef>
              <a:spcAft>
                <a:spcPts val="0"/>
              </a:spcAft>
              <a:buNone/>
            </a:pPr>
            <a:endParaRPr sz="2400">
              <a:solidFill>
                <a:schemeClr val="lt1"/>
              </a:solidFill>
              <a:latin typeface="Calibri"/>
              <a:ea typeface="Calibri"/>
              <a:cs typeface="Calibri"/>
              <a:sym typeface="Calibri"/>
            </a:endParaRPr>
          </a:p>
        </p:txBody>
      </p:sp>
      <p:sp>
        <p:nvSpPr>
          <p:cNvPr id="111" name="Google Shape;111;p37"/>
          <p:cNvSpPr/>
          <p:nvPr/>
        </p:nvSpPr>
        <p:spPr>
          <a:xfrm rot="5400000">
            <a:off x="5876152" y="3287625"/>
            <a:ext cx="668859" cy="282753"/>
          </a:xfrm>
          <a:prstGeom prst="triangle">
            <a:avLst>
              <a:gd name="adj" fmla="val 50000"/>
            </a:avLst>
          </a:prstGeom>
          <a:solidFill>
            <a:schemeClr val="dk2"/>
          </a:solidFill>
          <a:ln>
            <a:noFill/>
          </a:ln>
        </p:spPr>
        <p:txBody>
          <a:bodyPr spcFirstLastPara="1" wrap="square" lIns="91425" tIns="45700" rIns="91425" bIns="45700" anchor="ctr" anchorCtr="0">
            <a:noAutofit/>
          </a:bodyPr>
          <a:lstStyle/>
          <a:p>
            <a:pPr marL="121920" marR="0" lvl="0" indent="-121920" algn="ctr" rtl="0">
              <a:spcBef>
                <a:spcPts val="0"/>
              </a:spcBef>
              <a:spcAft>
                <a:spcPts val="0"/>
              </a:spcAft>
              <a:buNone/>
            </a:pPr>
            <a:endParaRPr sz="2400">
              <a:solidFill>
                <a:schemeClr val="lt1"/>
              </a:solidFill>
              <a:latin typeface="Calibri"/>
              <a:ea typeface="Calibri"/>
              <a:cs typeface="Calibri"/>
              <a:sym typeface="Calibri"/>
            </a:endParaRPr>
          </a:p>
        </p:txBody>
      </p:sp>
      <p:sp>
        <p:nvSpPr>
          <p:cNvPr id="112" name="Google Shape;112;p37"/>
          <p:cNvSpPr txBox="1"/>
          <p:nvPr/>
        </p:nvSpPr>
        <p:spPr>
          <a:xfrm>
            <a:off x="11017792" y="6509749"/>
            <a:ext cx="1019596" cy="246221"/>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000">
                <a:solidFill>
                  <a:srgbClr val="9D9EA0"/>
                </a:solidFill>
                <a:latin typeface="Calibri"/>
                <a:ea typeface="Calibri"/>
                <a:cs typeface="Calibri"/>
                <a:sym typeface="Calibri"/>
              </a:rPr>
            </a:fld>
            <a:endParaRPr sz="1000">
              <a:solidFill>
                <a:srgbClr val="9D9EA0"/>
              </a:solidFill>
              <a:latin typeface="Calibri"/>
              <a:ea typeface="Calibri"/>
              <a:cs typeface="Calibri"/>
              <a:sym typeface="Calibri"/>
            </a:endParaRPr>
          </a:p>
        </p:txBody>
      </p:sp>
      <p:grpSp>
        <p:nvGrpSpPr>
          <p:cNvPr id="113" name="Google Shape;113;p37"/>
          <p:cNvGrpSpPr/>
          <p:nvPr/>
        </p:nvGrpSpPr>
        <p:grpSpPr>
          <a:xfrm>
            <a:off x="234968" y="6519734"/>
            <a:ext cx="244893" cy="248803"/>
            <a:chOff x="2666237" y="2584432"/>
            <a:chExt cx="864026" cy="877824"/>
          </a:xfrm>
        </p:grpSpPr>
        <p:sp>
          <p:nvSpPr>
            <p:cNvPr id="114" name="Google Shape;114;p37"/>
            <p:cNvSpPr/>
            <p:nvPr/>
          </p:nvSpPr>
          <p:spPr>
            <a:xfrm>
              <a:off x="2666237" y="2584432"/>
              <a:ext cx="864026" cy="877824"/>
            </a:xfrm>
            <a:custGeom>
              <a:avLst/>
              <a:gdLst/>
              <a:ahLst/>
              <a:cxnLst/>
              <a:rect l="l" t="t" r="r" b="b"/>
              <a:pathLst>
                <a:path w="1315" h="1336" extrusionOk="0">
                  <a:moveTo>
                    <a:pt x="0" y="0"/>
                  </a:moveTo>
                  <a:lnTo>
                    <a:pt x="229" y="0"/>
                  </a:lnTo>
                  <a:lnTo>
                    <a:pt x="659" y="873"/>
                  </a:lnTo>
                  <a:lnTo>
                    <a:pt x="1090" y="0"/>
                  </a:lnTo>
                  <a:lnTo>
                    <a:pt x="1315" y="0"/>
                  </a:lnTo>
                  <a:lnTo>
                    <a:pt x="659" y="1336"/>
                  </a:lnTo>
                  <a:lnTo>
                    <a:pt x="0" y="0"/>
                  </a:lnTo>
                  <a:close/>
                </a:path>
              </a:pathLst>
            </a:custGeom>
            <a:solidFill>
              <a:srgbClr val="FED7A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5" name="Google Shape;115;p37"/>
            <p:cNvSpPr/>
            <p:nvPr/>
          </p:nvSpPr>
          <p:spPr>
            <a:xfrm>
              <a:off x="2902776" y="2584432"/>
              <a:ext cx="390290" cy="390947"/>
            </a:xfrm>
            <a:custGeom>
              <a:avLst/>
              <a:gdLst/>
              <a:ahLst/>
              <a:cxnLst/>
              <a:rect l="l" t="t" r="r" b="b"/>
              <a:pathLst>
                <a:path w="135" h="135" extrusionOk="0">
                  <a:moveTo>
                    <a:pt x="0" y="0"/>
                  </a:moveTo>
                  <a:cubicBezTo>
                    <a:pt x="68" y="135"/>
                    <a:pt x="68" y="135"/>
                    <a:pt x="68" y="135"/>
                  </a:cubicBezTo>
                  <a:cubicBezTo>
                    <a:pt x="135" y="0"/>
                    <a:pt x="135" y="0"/>
                    <a:pt x="135" y="0"/>
                  </a:cubicBezTo>
                  <a:cubicBezTo>
                    <a:pt x="135" y="0"/>
                    <a:pt x="0" y="0"/>
                    <a:pt x="0" y="0"/>
                  </a:cubicBezTo>
                </a:path>
              </a:pathLst>
            </a:custGeom>
            <a:solidFill>
              <a:srgbClr val="FED7A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16" name="Google Shape;116;p37"/>
          <p:cNvSpPr txBox="1"/>
          <p:nvPr/>
        </p:nvSpPr>
        <p:spPr>
          <a:xfrm>
            <a:off x="11017792" y="6521025"/>
            <a:ext cx="1019596" cy="246221"/>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000">
                <a:solidFill>
                  <a:srgbClr val="BFBFBF"/>
                </a:solidFill>
                <a:latin typeface="Calibri"/>
                <a:ea typeface="Calibri"/>
                <a:cs typeface="Calibri"/>
                <a:sym typeface="Calibri"/>
              </a:rPr>
            </a:fld>
            <a:endParaRPr sz="1000">
              <a:solidFill>
                <a:srgbClr val="BFBFBF"/>
              </a:solidFill>
              <a:latin typeface="Calibri"/>
              <a:ea typeface="Calibri"/>
              <a:cs typeface="Calibri"/>
              <a:sym typeface="Calibri"/>
            </a:endParaRPr>
          </a:p>
        </p:txBody>
      </p:sp>
      <p:sp>
        <p:nvSpPr>
          <p:cNvPr id="117" name="Google Shape;117;p37"/>
          <p:cNvSpPr txBox="1"/>
          <p:nvPr/>
        </p:nvSpPr>
        <p:spPr>
          <a:xfrm>
            <a:off x="5430523" y="6530550"/>
            <a:ext cx="3406881" cy="24622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AEABAB"/>
              </a:buClr>
              <a:buSzPts val="1000"/>
              <a:buFont typeface="Calibri"/>
              <a:buNone/>
            </a:pPr>
            <a:r>
              <a:rPr lang="en-US" sz="1000">
                <a:solidFill>
                  <a:srgbClr val="AEABAB"/>
                </a:solidFill>
                <a:latin typeface="Calibri"/>
                <a:ea typeface="Calibri"/>
                <a:cs typeface="Calibri"/>
                <a:sym typeface="Calibri"/>
              </a:rPr>
              <a:t>Copyright © Veeva Systems 2021</a:t>
            </a:r>
            <a:endParaRPr lang="en-US" sz="1000">
              <a:solidFill>
                <a:srgbClr val="AEABAB"/>
              </a:solidFill>
              <a:latin typeface="Calibri"/>
              <a:ea typeface="Calibri"/>
              <a:cs typeface="Calibri"/>
              <a:sym typeface="Calibri"/>
            </a:endParaRPr>
          </a:p>
        </p:txBody>
      </p:sp>
    </p:spTree>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1_Compare Orange White">
  <p:cSld name="1_Compare Orange White">
    <p:bg>
      <p:bgPr>
        <a:solidFill>
          <a:schemeClr val="dk2"/>
        </a:solidFill>
        <a:effectLst/>
      </p:bgPr>
    </p:bg>
    <p:spTree>
      <p:nvGrpSpPr>
        <p:cNvPr id="1" name="Shape 118"/>
        <p:cNvGrpSpPr/>
        <p:nvPr/>
      </p:nvGrpSpPr>
      <p:grpSpPr>
        <a:xfrm>
          <a:off x="0" y="0"/>
          <a:ext cx="0" cy="0"/>
          <a:chOff x="0" y="0"/>
          <a:chExt cx="0" cy="0"/>
        </a:xfrm>
      </p:grpSpPr>
      <p:sp>
        <p:nvSpPr>
          <p:cNvPr id="119" name="Google Shape;119;p38"/>
          <p:cNvSpPr/>
          <p:nvPr/>
        </p:nvSpPr>
        <p:spPr>
          <a:xfrm>
            <a:off x="0" y="0"/>
            <a:ext cx="6096000" cy="6858000"/>
          </a:xfrm>
          <a:prstGeom prst="rect">
            <a:avLst/>
          </a:prstGeom>
          <a:solidFill>
            <a:schemeClr val="lt1"/>
          </a:solidFill>
          <a:ln>
            <a:noFill/>
          </a:ln>
        </p:spPr>
        <p:txBody>
          <a:bodyPr spcFirstLastPara="1" wrap="square" lIns="91425" tIns="45700" rIns="91425" bIns="45700" anchor="ctr" anchorCtr="0">
            <a:noAutofit/>
          </a:bodyPr>
          <a:lstStyle/>
          <a:p>
            <a:pPr marL="121920" marR="0" lvl="0" indent="-12192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120" name="Google Shape;120;p38"/>
          <p:cNvGrpSpPr/>
          <p:nvPr/>
        </p:nvGrpSpPr>
        <p:grpSpPr>
          <a:xfrm>
            <a:off x="234968" y="6519734"/>
            <a:ext cx="244893" cy="248803"/>
            <a:chOff x="2666237" y="2584432"/>
            <a:chExt cx="864026" cy="877824"/>
          </a:xfrm>
        </p:grpSpPr>
        <p:sp>
          <p:nvSpPr>
            <p:cNvPr id="121" name="Google Shape;121;p38"/>
            <p:cNvSpPr/>
            <p:nvPr/>
          </p:nvSpPr>
          <p:spPr>
            <a:xfrm>
              <a:off x="2666237" y="2584432"/>
              <a:ext cx="864026" cy="877824"/>
            </a:xfrm>
            <a:custGeom>
              <a:avLst/>
              <a:gdLst/>
              <a:ahLst/>
              <a:cxnLst/>
              <a:rect l="l" t="t" r="r" b="b"/>
              <a:pathLst>
                <a:path w="1315" h="1336" extrusionOk="0">
                  <a:moveTo>
                    <a:pt x="0" y="0"/>
                  </a:moveTo>
                  <a:lnTo>
                    <a:pt x="229" y="0"/>
                  </a:lnTo>
                  <a:lnTo>
                    <a:pt x="659" y="873"/>
                  </a:lnTo>
                  <a:lnTo>
                    <a:pt x="1090" y="0"/>
                  </a:lnTo>
                  <a:lnTo>
                    <a:pt x="1315" y="0"/>
                  </a:lnTo>
                  <a:lnTo>
                    <a:pt x="659" y="13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2" name="Google Shape;122;p38"/>
            <p:cNvSpPr/>
            <p:nvPr/>
          </p:nvSpPr>
          <p:spPr>
            <a:xfrm>
              <a:off x="2902776" y="2584432"/>
              <a:ext cx="390290" cy="390947"/>
            </a:xfrm>
            <a:custGeom>
              <a:avLst/>
              <a:gdLst/>
              <a:ahLst/>
              <a:cxnLst/>
              <a:rect l="l" t="t" r="r" b="b"/>
              <a:pathLst>
                <a:path w="135" h="135" extrusionOk="0">
                  <a:moveTo>
                    <a:pt x="0" y="0"/>
                  </a:moveTo>
                  <a:cubicBezTo>
                    <a:pt x="68" y="135"/>
                    <a:pt x="68" y="135"/>
                    <a:pt x="68" y="135"/>
                  </a:cubicBezTo>
                  <a:cubicBezTo>
                    <a:pt x="135" y="0"/>
                    <a:pt x="135" y="0"/>
                    <a:pt x="135" y="0"/>
                  </a:cubicBezTo>
                  <a:cubicBezTo>
                    <a:pt x="135" y="0"/>
                    <a:pt x="0" y="0"/>
                    <a:pt x="0" y="0"/>
                  </a:cubicBezTo>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23" name="Google Shape;123;p38"/>
          <p:cNvSpPr txBox="1">
            <a:spLocks noGrp="1"/>
          </p:cNvSpPr>
          <p:nvPr>
            <p:ph type="body" idx="1"/>
          </p:nvPr>
        </p:nvSpPr>
        <p:spPr>
          <a:xfrm>
            <a:off x="6639869" y="1333500"/>
            <a:ext cx="4794250" cy="4128186"/>
          </a:xfrm>
          <a:prstGeom prst="rect">
            <a:avLst/>
          </a:prstGeom>
          <a:noFill/>
          <a:ln>
            <a:noFill/>
          </a:ln>
        </p:spPr>
        <p:txBody>
          <a:bodyPr spcFirstLastPara="1" wrap="square" lIns="91425" tIns="45700" rIns="91425" bIns="45700" anchor="ctr" anchorCtr="0">
            <a:noAutofit/>
          </a:bodyPr>
          <a:lstStyle>
            <a:lvl1pPr marL="457200" lvl="0" indent="-228600" algn="l">
              <a:lnSpc>
                <a:spcPct val="80000"/>
              </a:lnSpc>
              <a:spcBef>
                <a:spcPts val="1000"/>
              </a:spcBef>
              <a:spcAft>
                <a:spcPts val="0"/>
              </a:spcAft>
              <a:buSzPts val="2800"/>
              <a:buNone/>
              <a:defRPr sz="2800">
                <a:solidFill>
                  <a:schemeClr val="lt1"/>
                </a:solidFill>
              </a:defRPr>
            </a:lvl1pPr>
            <a:lvl2pPr marL="914400" lvl="1" indent="-349250" algn="l">
              <a:lnSpc>
                <a:spcPct val="80000"/>
              </a:lnSpc>
              <a:spcBef>
                <a:spcPts val="600"/>
              </a:spcBef>
              <a:spcAft>
                <a:spcPts val="0"/>
              </a:spcAft>
              <a:buClr>
                <a:schemeClr val="lt1"/>
              </a:buClr>
              <a:buSzPts val="1900"/>
              <a:buChar char="−"/>
              <a:defRPr>
                <a:solidFill>
                  <a:schemeClr val="lt1"/>
                </a:solidFill>
              </a:defRPr>
            </a:lvl2pPr>
            <a:lvl3pPr marL="1371600" lvl="2" indent="-330200" algn="l">
              <a:lnSpc>
                <a:spcPct val="80000"/>
              </a:lnSpc>
              <a:spcBef>
                <a:spcPts val="600"/>
              </a:spcBef>
              <a:spcAft>
                <a:spcPts val="0"/>
              </a:spcAft>
              <a:buClr>
                <a:schemeClr val="lt1"/>
              </a:buClr>
              <a:buSzPts val="1600"/>
              <a:buChar char="•"/>
              <a:defRPr>
                <a:solidFill>
                  <a:schemeClr val="lt1"/>
                </a:solidFill>
              </a:defRPr>
            </a:lvl3pPr>
            <a:lvl4pPr marL="1828800" lvl="3" indent="-330200" algn="l">
              <a:lnSpc>
                <a:spcPct val="80000"/>
              </a:lnSpc>
              <a:spcBef>
                <a:spcPts val="600"/>
              </a:spcBef>
              <a:spcAft>
                <a:spcPts val="0"/>
              </a:spcAft>
              <a:buClr>
                <a:schemeClr val="lt1"/>
              </a:buClr>
              <a:buSzPts val="1600"/>
              <a:buChar char="•"/>
              <a:defRPr>
                <a:solidFill>
                  <a:schemeClr val="lt1"/>
                </a:solidFill>
              </a:defRPr>
            </a:lvl4pPr>
            <a:lvl5pPr marL="2286000" lvl="4" indent="-330200" algn="l">
              <a:lnSpc>
                <a:spcPct val="80000"/>
              </a:lnSpc>
              <a:spcBef>
                <a:spcPts val="600"/>
              </a:spcBef>
              <a:spcAft>
                <a:spcPts val="0"/>
              </a:spcAft>
              <a:buClr>
                <a:schemeClr val="lt1"/>
              </a:buClr>
              <a:buSzPts val="16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124" name="Google Shape;124;p38"/>
          <p:cNvSpPr txBox="1"/>
          <p:nvPr/>
        </p:nvSpPr>
        <p:spPr>
          <a:xfrm>
            <a:off x="11017792" y="6521025"/>
            <a:ext cx="1019596" cy="246221"/>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000">
                <a:solidFill>
                  <a:srgbClr val="FED7A1"/>
                </a:solidFill>
                <a:latin typeface="Calibri"/>
                <a:ea typeface="Calibri"/>
                <a:cs typeface="Calibri"/>
                <a:sym typeface="Calibri"/>
              </a:rPr>
            </a:fld>
            <a:endParaRPr sz="1000">
              <a:solidFill>
                <a:srgbClr val="FED7A1"/>
              </a:solidFill>
              <a:latin typeface="Calibri"/>
              <a:ea typeface="Calibri"/>
              <a:cs typeface="Calibri"/>
              <a:sym typeface="Calibri"/>
            </a:endParaRPr>
          </a:p>
        </p:txBody>
      </p:sp>
      <p:sp>
        <p:nvSpPr>
          <p:cNvPr id="125" name="Google Shape;125;p38"/>
          <p:cNvSpPr txBox="1"/>
          <p:nvPr/>
        </p:nvSpPr>
        <p:spPr>
          <a:xfrm>
            <a:off x="5430523" y="6530550"/>
            <a:ext cx="3406881" cy="24622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1000"/>
              <a:buFont typeface="Calibri"/>
              <a:buNone/>
            </a:pPr>
            <a:r>
              <a:rPr lang="en-US" sz="1000">
                <a:solidFill>
                  <a:schemeClr val="lt1"/>
                </a:solidFill>
                <a:latin typeface="Calibri"/>
                <a:ea typeface="Calibri"/>
                <a:cs typeface="Calibri"/>
                <a:sym typeface="Calibri"/>
              </a:rPr>
              <a:t>Copyright © Veeva Systems 2021</a:t>
            </a:r>
            <a:endParaRPr lang="en-US" sz="1000">
              <a:solidFill>
                <a:schemeClr val="lt1"/>
              </a:solidFill>
              <a:latin typeface="Calibri"/>
              <a:ea typeface="Calibri"/>
              <a:cs typeface="Calibri"/>
              <a:sym typeface="Calibri"/>
            </a:endParaRPr>
          </a:p>
        </p:txBody>
      </p:sp>
    </p:spTree>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Questions">
  <p:cSld name="Questions">
    <p:bg>
      <p:bgPr>
        <a:solidFill>
          <a:schemeClr val="dk2"/>
        </a:solidFill>
        <a:effectLst/>
      </p:bgPr>
    </p:bg>
    <p:spTree>
      <p:nvGrpSpPr>
        <p:cNvPr id="1" name="Shape 126"/>
        <p:cNvGrpSpPr/>
        <p:nvPr/>
      </p:nvGrpSpPr>
      <p:grpSpPr>
        <a:xfrm>
          <a:off x="0" y="0"/>
          <a:ext cx="0" cy="0"/>
          <a:chOff x="0" y="0"/>
          <a:chExt cx="0" cy="0"/>
        </a:xfrm>
      </p:grpSpPr>
      <p:sp>
        <p:nvSpPr>
          <p:cNvPr id="127" name="Google Shape;127;p39"/>
          <p:cNvSpPr/>
          <p:nvPr/>
        </p:nvSpPr>
        <p:spPr>
          <a:xfrm>
            <a:off x="5156200" y="1813011"/>
            <a:ext cx="1879600" cy="1870075"/>
          </a:xfrm>
          <a:custGeom>
            <a:avLst/>
            <a:gdLst/>
            <a:ahLst/>
            <a:cxnLst/>
            <a:rect l="l" t="t" r="r" b="b"/>
            <a:pathLst>
              <a:path w="226" h="226" extrusionOk="0">
                <a:moveTo>
                  <a:pt x="113" y="0"/>
                </a:moveTo>
                <a:cubicBezTo>
                  <a:pt x="51" y="0"/>
                  <a:pt x="0" y="51"/>
                  <a:pt x="0" y="113"/>
                </a:cubicBezTo>
                <a:cubicBezTo>
                  <a:pt x="0" y="136"/>
                  <a:pt x="7" y="157"/>
                  <a:pt x="19" y="175"/>
                </a:cubicBezTo>
                <a:cubicBezTo>
                  <a:pt x="7" y="217"/>
                  <a:pt x="7" y="217"/>
                  <a:pt x="7" y="217"/>
                </a:cubicBezTo>
                <a:cubicBezTo>
                  <a:pt x="49" y="206"/>
                  <a:pt x="49" y="206"/>
                  <a:pt x="49" y="206"/>
                </a:cubicBezTo>
                <a:cubicBezTo>
                  <a:pt x="67" y="218"/>
                  <a:pt x="89" y="226"/>
                  <a:pt x="113" y="226"/>
                </a:cubicBezTo>
                <a:cubicBezTo>
                  <a:pt x="175" y="226"/>
                  <a:pt x="226" y="175"/>
                  <a:pt x="226" y="113"/>
                </a:cubicBezTo>
                <a:cubicBezTo>
                  <a:pt x="226" y="51"/>
                  <a:pt x="175" y="0"/>
                  <a:pt x="113" y="0"/>
                </a:cubicBezTo>
                <a:close/>
                <a:moveTo>
                  <a:pt x="111" y="182"/>
                </a:moveTo>
                <a:cubicBezTo>
                  <a:pt x="101" y="182"/>
                  <a:pt x="92" y="174"/>
                  <a:pt x="92" y="164"/>
                </a:cubicBezTo>
                <a:cubicBezTo>
                  <a:pt x="92" y="153"/>
                  <a:pt x="101" y="145"/>
                  <a:pt x="111" y="145"/>
                </a:cubicBezTo>
                <a:cubicBezTo>
                  <a:pt x="121" y="145"/>
                  <a:pt x="130" y="153"/>
                  <a:pt x="130" y="164"/>
                </a:cubicBezTo>
                <a:cubicBezTo>
                  <a:pt x="130" y="174"/>
                  <a:pt x="121" y="182"/>
                  <a:pt x="111" y="182"/>
                </a:cubicBezTo>
                <a:close/>
                <a:moveTo>
                  <a:pt x="128" y="127"/>
                </a:moveTo>
                <a:cubicBezTo>
                  <a:pt x="128" y="138"/>
                  <a:pt x="128" y="138"/>
                  <a:pt x="128" y="138"/>
                </a:cubicBezTo>
                <a:cubicBezTo>
                  <a:pt x="96" y="138"/>
                  <a:pt x="96" y="138"/>
                  <a:pt x="96" y="138"/>
                </a:cubicBezTo>
                <a:cubicBezTo>
                  <a:pt x="96" y="123"/>
                  <a:pt x="96" y="123"/>
                  <a:pt x="96" y="123"/>
                </a:cubicBezTo>
                <a:cubicBezTo>
                  <a:pt x="96" y="105"/>
                  <a:pt x="123" y="95"/>
                  <a:pt x="123" y="85"/>
                </a:cubicBezTo>
                <a:cubicBezTo>
                  <a:pt x="123" y="78"/>
                  <a:pt x="116" y="73"/>
                  <a:pt x="110" y="73"/>
                </a:cubicBezTo>
                <a:cubicBezTo>
                  <a:pt x="103" y="73"/>
                  <a:pt x="97" y="80"/>
                  <a:pt x="91" y="87"/>
                </a:cubicBezTo>
                <a:cubicBezTo>
                  <a:pt x="71" y="69"/>
                  <a:pt x="71" y="69"/>
                  <a:pt x="71" y="69"/>
                </a:cubicBezTo>
                <a:cubicBezTo>
                  <a:pt x="83" y="53"/>
                  <a:pt x="97" y="44"/>
                  <a:pt x="114" y="44"/>
                </a:cubicBezTo>
                <a:cubicBezTo>
                  <a:pt x="137" y="44"/>
                  <a:pt x="155" y="60"/>
                  <a:pt x="155" y="85"/>
                </a:cubicBezTo>
                <a:cubicBezTo>
                  <a:pt x="155" y="110"/>
                  <a:pt x="128" y="116"/>
                  <a:pt x="128" y="127"/>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28" name="Google Shape;128;p39"/>
          <p:cNvSpPr txBox="1"/>
          <p:nvPr/>
        </p:nvSpPr>
        <p:spPr>
          <a:xfrm>
            <a:off x="4099368" y="4244406"/>
            <a:ext cx="3993265" cy="10156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a:solidFill>
                  <a:schemeClr val="lt1"/>
                </a:solidFill>
                <a:latin typeface="Calibri"/>
                <a:ea typeface="Calibri"/>
                <a:cs typeface="Calibri"/>
                <a:sym typeface="Calibri"/>
              </a:rPr>
              <a:t>Questions</a:t>
            </a:r>
            <a:endParaRPr lang="en-US" sz="6000">
              <a:solidFill>
                <a:schemeClr val="lt1"/>
              </a:solidFill>
              <a:latin typeface="Calibri"/>
              <a:ea typeface="Calibri"/>
              <a:cs typeface="Calibri"/>
              <a:sym typeface="Calibri"/>
            </a:endParaRPr>
          </a:p>
        </p:txBody>
      </p:sp>
    </p:spTree>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_Title Blank">
  <p:cSld name="1_Title Blank">
    <p:bg>
      <p:bgPr>
        <a:solidFill>
          <a:schemeClr val="lt1"/>
        </a:solidFill>
        <a:effectLst/>
      </p:bgPr>
    </p:bg>
    <p:spTree>
      <p:nvGrpSpPr>
        <p:cNvPr id="1" name="Shape 61"/>
        <p:cNvGrpSpPr/>
        <p:nvPr/>
      </p:nvGrpSpPr>
      <p:grpSpPr>
        <a:xfrm>
          <a:off x="0" y="0"/>
          <a:ext cx="0" cy="0"/>
          <a:chOff x="0" y="0"/>
          <a:chExt cx="0" cy="0"/>
        </a:xfrm>
      </p:grpSpPr>
      <p:sp>
        <p:nvSpPr>
          <p:cNvPr id="62" name="Google Shape;62;p66"/>
          <p:cNvSpPr txBox="1">
            <a:spLocks noGrp="1"/>
          </p:cNvSpPr>
          <p:nvPr>
            <p:ph type="title"/>
          </p:nvPr>
        </p:nvSpPr>
        <p:spPr>
          <a:xfrm>
            <a:off x="528550" y="22705"/>
            <a:ext cx="11639394" cy="1101213"/>
          </a:xfrm>
          <a:prstGeom prst="rect">
            <a:avLst/>
          </a:prstGeom>
          <a:noFill/>
          <a:ln>
            <a:noFill/>
          </a:ln>
        </p:spPr>
        <p:txBody>
          <a:bodyPr spcFirstLastPara="1" wrap="square" lIns="91425" tIns="45700" rIns="91425" bIns="45700" anchor="ctr" anchorCtr="0">
            <a:noAutofit/>
          </a:bodyPr>
          <a:lstStyle>
            <a:lvl1pPr lvl="0" algn="ctr">
              <a:lnSpc>
                <a:spcPct val="70000"/>
              </a:lnSpc>
              <a:spcBef>
                <a:spcPts val="0"/>
              </a:spcBef>
              <a:spcAft>
                <a:spcPts val="0"/>
              </a:spcAft>
              <a:buClr>
                <a:srgbClr val="FF9900"/>
              </a:buClr>
              <a:buSzPts val="4000"/>
              <a:buFont typeface="Calibri"/>
              <a:buNone/>
              <a:defRPr>
                <a:solidFill>
                  <a:srgbClr val="FF9900"/>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6"/>
          <p:cNvSpPr txBox="1">
            <a:spLocks noGrp="1"/>
          </p:cNvSpPr>
          <p:nvPr>
            <p:ph type="body" idx="1"/>
          </p:nvPr>
        </p:nvSpPr>
        <p:spPr>
          <a:xfrm>
            <a:off x="0" y="938610"/>
            <a:ext cx="12192000" cy="579664"/>
          </a:xfrm>
          <a:prstGeom prst="rect">
            <a:avLst/>
          </a:prstGeom>
          <a:noFill/>
          <a:ln>
            <a:noFill/>
          </a:ln>
        </p:spPr>
        <p:txBody>
          <a:bodyPr spcFirstLastPara="1" wrap="square" lIns="91425" tIns="45700" rIns="91425" bIns="45700" anchor="t" anchorCtr="0">
            <a:noAutofit/>
          </a:bodyPr>
          <a:lstStyle>
            <a:lvl1pPr marL="457200" lvl="0" indent="-228600" algn="ctr">
              <a:lnSpc>
                <a:spcPct val="80000"/>
              </a:lnSpc>
              <a:spcBef>
                <a:spcPts val="1000"/>
              </a:spcBef>
              <a:spcAft>
                <a:spcPts val="0"/>
              </a:spcAft>
              <a:buSzPts val="2600"/>
              <a:buNone/>
              <a:defRPr sz="2600">
                <a:solidFill>
                  <a:srgbClr val="FEEBD0"/>
                </a:solidFill>
              </a:defRPr>
            </a:lvl1pPr>
            <a:lvl2pPr marL="914400" lvl="1" indent="-342900" algn="l">
              <a:lnSpc>
                <a:spcPct val="80000"/>
              </a:lnSpc>
              <a:spcBef>
                <a:spcPts val="600"/>
              </a:spcBef>
              <a:spcAft>
                <a:spcPts val="0"/>
              </a:spcAft>
              <a:buClr>
                <a:srgbClr val="4A4B4E"/>
              </a:buClr>
              <a:buSzPts val="1800"/>
              <a:buChar char="−"/>
              <a:defRPr/>
            </a:lvl2pPr>
            <a:lvl3pPr marL="1371600" lvl="2" indent="-342900" algn="l">
              <a:lnSpc>
                <a:spcPct val="80000"/>
              </a:lnSpc>
              <a:spcBef>
                <a:spcPts val="600"/>
              </a:spcBef>
              <a:spcAft>
                <a:spcPts val="0"/>
              </a:spcAft>
              <a:buClr>
                <a:srgbClr val="4A4B4E"/>
              </a:buClr>
              <a:buSzPts val="1800"/>
              <a:buChar char="•"/>
              <a:defRPr/>
            </a:lvl3pPr>
            <a:lvl4pPr marL="1828800" lvl="3" indent="-342900" algn="l">
              <a:lnSpc>
                <a:spcPct val="80000"/>
              </a:lnSpc>
              <a:spcBef>
                <a:spcPts val="600"/>
              </a:spcBef>
              <a:spcAft>
                <a:spcPts val="0"/>
              </a:spcAft>
              <a:buClr>
                <a:srgbClr val="4A4B4E"/>
              </a:buClr>
              <a:buSzPts val="1800"/>
              <a:buChar char="•"/>
              <a:defRPr/>
            </a:lvl4pPr>
            <a:lvl5pPr marL="2286000" lvl="4" indent="-342900" algn="l">
              <a:lnSpc>
                <a:spcPct val="80000"/>
              </a:lnSpc>
              <a:spcBef>
                <a:spcPts val="600"/>
              </a:spcBef>
              <a:spcAft>
                <a:spcPts val="0"/>
              </a:spcAft>
              <a:buClr>
                <a:srgbClr val="4A4B4E"/>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Tree>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_Title Blank">
    <p:spTree>
      <p:nvGrpSpPr>
        <p:cNvPr id="1" name=""/>
        <p:cNvGrpSpPr/>
        <p:nvPr/>
      </p:nvGrpSpPr>
      <p:grpSpPr>
        <a:xfrm>
          <a:off x="0" y="0"/>
          <a:ext cx="0" cy="0"/>
          <a:chOff x="0" y="0"/>
          <a:chExt cx="0" cy="0"/>
        </a:xfrm>
      </p:grpSpPr>
      <p:sp>
        <p:nvSpPr>
          <p:cNvPr id="2" name="Title 1"/>
          <p:cNvSpPr>
            <a:spLocks noGrp="1"/>
          </p:cNvSpPr>
          <p:nvPr>
            <p:ph type="title"/>
          </p:nvPr>
        </p:nvSpPr>
        <p:spPr>
          <a:xfrm>
            <a:off x="276303" y="96276"/>
            <a:ext cx="11639394" cy="982881"/>
          </a:xfrm>
        </p:spPr>
        <p:txBody>
          <a:bodyPr/>
          <a:lstStyle/>
          <a:p>
            <a:r>
              <a:rPr lang="en-US"/>
              <a:t>Click to edit Master title style</a:t>
            </a:r>
            <a:endParaRPr lang="en-US"/>
          </a:p>
        </p:txBody>
      </p:sp>
    </p:spTree>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showMasterSp="0" userDrawn="1">
  <p:cSld name="2_Title Slide">
    <p:bg>
      <p:bgPr>
        <a:solidFill>
          <a:srgbClr val="FF9E16"/>
        </a:solidFill>
        <a:effectLst/>
      </p:bgPr>
    </p:bg>
    <p:spTree>
      <p:nvGrpSpPr>
        <p:cNvPr id="1" name=""/>
        <p:cNvGrpSpPr/>
        <p:nvPr/>
      </p:nvGrpSpPr>
      <p:grpSpPr>
        <a:xfrm>
          <a:off x="0" y="0"/>
          <a:ext cx="0" cy="0"/>
          <a:chOff x="0" y="0"/>
          <a:chExt cx="0" cy="0"/>
        </a:xfrm>
      </p:grpSpPr>
      <p:sp>
        <p:nvSpPr>
          <p:cNvPr id="24" name="Title 1"/>
          <p:cNvSpPr>
            <a:spLocks noGrp="1"/>
          </p:cNvSpPr>
          <p:nvPr>
            <p:ph type="ctrTitle" hasCustomPrompt="1"/>
          </p:nvPr>
        </p:nvSpPr>
        <p:spPr>
          <a:xfrm>
            <a:off x="1524000" y="1092222"/>
            <a:ext cx="9144000" cy="2299052"/>
          </a:xfrm>
        </p:spPr>
        <p:txBody>
          <a:bodyPr anchor="b"/>
          <a:lstStyle>
            <a:lvl1pPr algn="ctr">
              <a:lnSpc>
                <a:spcPct val="80000"/>
              </a:lnSpc>
              <a:defRPr sz="6000">
                <a:solidFill>
                  <a:schemeClr val="bg1"/>
                </a:solidFill>
              </a:defRPr>
            </a:lvl1pPr>
          </a:lstStyle>
          <a:p>
            <a:r>
              <a:rPr lang="en-US"/>
              <a:t>Presentation Title</a:t>
            </a:r>
            <a:endParaRPr lang="en-US"/>
          </a:p>
        </p:txBody>
      </p:sp>
      <p:sp>
        <p:nvSpPr>
          <p:cNvPr id="25" name="Subtitle 2"/>
          <p:cNvSpPr>
            <a:spLocks noGrp="1"/>
          </p:cNvSpPr>
          <p:nvPr>
            <p:ph type="subTitle" idx="1" hasCustomPrompt="1"/>
          </p:nvPr>
        </p:nvSpPr>
        <p:spPr>
          <a:xfrm>
            <a:off x="805543" y="3391274"/>
            <a:ext cx="10580914" cy="892630"/>
          </a:xfrm>
        </p:spPr>
        <p:txBody>
          <a:bodyPr>
            <a:normAutofit/>
          </a:bodyPr>
          <a:lstStyle>
            <a:lvl1pPr marL="0" indent="0" algn="ctr">
              <a:lnSpc>
                <a:spcPct val="80000"/>
              </a:lnSpc>
              <a:buNone/>
              <a:defRPr sz="4000">
                <a:solidFill>
                  <a:schemeClr val="tx2">
                    <a:lumMod val="20000"/>
                    <a:lumOff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grpSp>
        <p:nvGrpSpPr>
          <p:cNvPr id="26" name="Group 13"/>
          <p:cNvGrpSpPr>
            <a:grpSpLocks noChangeAspect="1"/>
          </p:cNvGrpSpPr>
          <p:nvPr userDrawn="1"/>
        </p:nvGrpSpPr>
        <p:grpSpPr bwMode="auto">
          <a:xfrm>
            <a:off x="4879767" y="5158664"/>
            <a:ext cx="2432467" cy="564197"/>
            <a:chOff x="0" y="1492"/>
            <a:chExt cx="5760" cy="1336"/>
          </a:xfrm>
          <a:solidFill>
            <a:schemeClr val="bg1"/>
          </a:solidFill>
        </p:grpSpPr>
        <p:sp>
          <p:nvSpPr>
            <p:cNvPr id="27" name="Freeform 14"/>
            <p:cNvSpPr/>
            <p:nvPr userDrawn="1"/>
          </p:nvSpPr>
          <p:spPr bwMode="auto">
            <a:xfrm>
              <a:off x="3518" y="1664"/>
              <a:ext cx="1165" cy="1164"/>
            </a:xfrm>
            <a:custGeom>
              <a:avLst/>
              <a:gdLst>
                <a:gd name="T0" fmla="*/ 265 w 265"/>
                <a:gd name="T1" fmla="*/ 0 h 264"/>
                <a:gd name="T2" fmla="*/ 215 w 265"/>
                <a:gd name="T3" fmla="*/ 0 h 264"/>
                <a:gd name="T4" fmla="*/ 132 w 265"/>
                <a:gd name="T5" fmla="*/ 166 h 264"/>
                <a:gd name="T6" fmla="*/ 49 w 265"/>
                <a:gd name="T7" fmla="*/ 0 h 264"/>
                <a:gd name="T8" fmla="*/ 0 w 265"/>
                <a:gd name="T9" fmla="*/ 0 h 264"/>
                <a:gd name="T10" fmla="*/ 132 w 265"/>
                <a:gd name="T11" fmla="*/ 264 h 264"/>
                <a:gd name="T12" fmla="*/ 265 w 265"/>
                <a:gd name="T13" fmla="*/ 0 h 264"/>
              </a:gdLst>
              <a:ahLst/>
              <a:cxnLst>
                <a:cxn ang="0">
                  <a:pos x="T0" y="T1"/>
                </a:cxn>
                <a:cxn ang="0">
                  <a:pos x="T2" y="T3"/>
                </a:cxn>
                <a:cxn ang="0">
                  <a:pos x="T4" y="T5"/>
                </a:cxn>
                <a:cxn ang="0">
                  <a:pos x="T6" y="T7"/>
                </a:cxn>
                <a:cxn ang="0">
                  <a:pos x="T8" y="T9"/>
                </a:cxn>
                <a:cxn ang="0">
                  <a:pos x="T10" y="T11"/>
                </a:cxn>
                <a:cxn ang="0">
                  <a:pos x="T12" y="T13"/>
                </a:cxn>
              </a:cxnLst>
              <a:rect l="0" t="0" r="r" b="b"/>
              <a:pathLst>
                <a:path w="265" h="264">
                  <a:moveTo>
                    <a:pt x="265" y="0"/>
                  </a:moveTo>
                  <a:cubicBezTo>
                    <a:pt x="215" y="0"/>
                    <a:pt x="215" y="0"/>
                    <a:pt x="215" y="0"/>
                  </a:cubicBezTo>
                  <a:cubicBezTo>
                    <a:pt x="132" y="166"/>
                    <a:pt x="132" y="166"/>
                    <a:pt x="132" y="166"/>
                  </a:cubicBezTo>
                  <a:cubicBezTo>
                    <a:pt x="49" y="0"/>
                    <a:pt x="49" y="0"/>
                    <a:pt x="49" y="0"/>
                  </a:cubicBezTo>
                  <a:cubicBezTo>
                    <a:pt x="0" y="0"/>
                    <a:pt x="0" y="0"/>
                    <a:pt x="0" y="0"/>
                  </a:cubicBezTo>
                  <a:cubicBezTo>
                    <a:pt x="53" y="104"/>
                    <a:pt x="132" y="264"/>
                    <a:pt x="132" y="264"/>
                  </a:cubicBezTo>
                  <a:lnTo>
                    <a:pt x="265" y="0"/>
                  </a:lnTo>
                  <a:close/>
                </a:path>
              </a:pathLst>
            </a:custGeom>
            <a:grpFill/>
            <a:ln>
              <a:noFill/>
            </a:ln>
          </p:spPr>
          <p:txBody>
            <a:bodyPr vert="horz" wrap="square" lIns="91440" tIns="45720" rIns="91440" bIns="45720" numCol="1" anchor="t" anchorCtr="0" compatLnSpc="1"/>
            <a:lstStyle/>
            <a:p>
              <a:pPr>
                <a:buClr>
                  <a:srgbClr val="000000"/>
                </a:buClr>
                <a:buFont typeface="Arial" panose="020B0604020202090204"/>
                <a:buNone/>
              </a:pPr>
              <a:endParaRPr lang="en-US" sz="1400" kern="0">
                <a:solidFill>
                  <a:srgbClr val="000000"/>
                </a:solidFill>
                <a:latin typeface="Arial" panose="020B0604020202090204"/>
                <a:ea typeface="Arial" panose="020B0604020202090204"/>
                <a:cs typeface="Arial" panose="020B0604020202090204"/>
                <a:sym typeface="Arial" panose="020B0604020202090204"/>
              </a:endParaRPr>
            </a:p>
          </p:txBody>
        </p:sp>
        <p:sp>
          <p:nvSpPr>
            <p:cNvPr id="28" name="Freeform 15"/>
            <p:cNvSpPr>
              <a:spLocks noEditPoints="1"/>
            </p:cNvSpPr>
            <p:nvPr userDrawn="1"/>
          </p:nvSpPr>
          <p:spPr bwMode="auto">
            <a:xfrm>
              <a:off x="2440" y="1651"/>
              <a:ext cx="1130" cy="1137"/>
            </a:xfrm>
            <a:custGeom>
              <a:avLst/>
              <a:gdLst>
                <a:gd name="T0" fmla="*/ 128 w 257"/>
                <a:gd name="T1" fmla="*/ 42 h 258"/>
                <a:gd name="T2" fmla="*/ 213 w 257"/>
                <a:gd name="T3" fmla="*/ 108 h 258"/>
                <a:gd name="T4" fmla="*/ 44 w 257"/>
                <a:gd name="T5" fmla="*/ 108 h 258"/>
                <a:gd name="T6" fmla="*/ 128 w 257"/>
                <a:gd name="T7" fmla="*/ 42 h 258"/>
                <a:gd name="T8" fmla="*/ 128 w 257"/>
                <a:gd name="T9" fmla="*/ 216 h 258"/>
                <a:gd name="T10" fmla="*/ 44 w 257"/>
                <a:gd name="T11" fmla="*/ 150 h 258"/>
                <a:gd name="T12" fmla="*/ 257 w 257"/>
                <a:gd name="T13" fmla="*/ 150 h 258"/>
                <a:gd name="T14" fmla="*/ 257 w 257"/>
                <a:gd name="T15" fmla="*/ 129 h 258"/>
                <a:gd name="T16" fmla="*/ 128 w 257"/>
                <a:gd name="T17" fmla="*/ 0 h 258"/>
                <a:gd name="T18" fmla="*/ 0 w 257"/>
                <a:gd name="T19" fmla="*/ 129 h 258"/>
                <a:gd name="T20" fmla="*/ 128 w 257"/>
                <a:gd name="T21" fmla="*/ 258 h 258"/>
                <a:gd name="T22" fmla="*/ 243 w 257"/>
                <a:gd name="T23" fmla="*/ 189 h 258"/>
                <a:gd name="T24" fmla="*/ 191 w 257"/>
                <a:gd name="T25" fmla="*/ 189 h 258"/>
                <a:gd name="T26" fmla="*/ 128 w 257"/>
                <a:gd name="T27" fmla="*/ 216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7" h="258">
                  <a:moveTo>
                    <a:pt x="128" y="42"/>
                  </a:moveTo>
                  <a:cubicBezTo>
                    <a:pt x="169" y="42"/>
                    <a:pt x="204" y="70"/>
                    <a:pt x="213" y="108"/>
                  </a:cubicBezTo>
                  <a:cubicBezTo>
                    <a:pt x="44" y="108"/>
                    <a:pt x="44" y="108"/>
                    <a:pt x="44" y="108"/>
                  </a:cubicBezTo>
                  <a:cubicBezTo>
                    <a:pt x="53" y="70"/>
                    <a:pt x="88" y="42"/>
                    <a:pt x="128" y="42"/>
                  </a:cubicBezTo>
                  <a:moveTo>
                    <a:pt x="128" y="216"/>
                  </a:moveTo>
                  <a:cubicBezTo>
                    <a:pt x="88" y="216"/>
                    <a:pt x="53" y="188"/>
                    <a:pt x="44" y="150"/>
                  </a:cubicBezTo>
                  <a:cubicBezTo>
                    <a:pt x="257" y="150"/>
                    <a:pt x="257" y="150"/>
                    <a:pt x="257" y="150"/>
                  </a:cubicBezTo>
                  <a:cubicBezTo>
                    <a:pt x="257" y="129"/>
                    <a:pt x="257" y="129"/>
                    <a:pt x="257" y="129"/>
                  </a:cubicBezTo>
                  <a:cubicBezTo>
                    <a:pt x="257" y="58"/>
                    <a:pt x="200" y="0"/>
                    <a:pt x="128" y="0"/>
                  </a:cubicBezTo>
                  <a:cubicBezTo>
                    <a:pt x="57" y="0"/>
                    <a:pt x="0" y="58"/>
                    <a:pt x="0" y="129"/>
                  </a:cubicBezTo>
                  <a:cubicBezTo>
                    <a:pt x="0" y="200"/>
                    <a:pt x="57" y="258"/>
                    <a:pt x="128" y="258"/>
                  </a:cubicBezTo>
                  <a:cubicBezTo>
                    <a:pt x="177" y="258"/>
                    <a:pt x="221" y="231"/>
                    <a:pt x="243" y="189"/>
                  </a:cubicBezTo>
                  <a:cubicBezTo>
                    <a:pt x="191" y="189"/>
                    <a:pt x="191" y="189"/>
                    <a:pt x="191" y="189"/>
                  </a:cubicBezTo>
                  <a:cubicBezTo>
                    <a:pt x="175" y="206"/>
                    <a:pt x="153" y="216"/>
                    <a:pt x="128" y="216"/>
                  </a:cubicBezTo>
                </a:path>
              </a:pathLst>
            </a:custGeom>
            <a:grpFill/>
            <a:ln>
              <a:noFill/>
            </a:ln>
          </p:spPr>
          <p:txBody>
            <a:bodyPr vert="horz" wrap="square" lIns="91440" tIns="45720" rIns="91440" bIns="45720" numCol="1" anchor="t" anchorCtr="0" compatLnSpc="1"/>
            <a:lstStyle/>
            <a:p>
              <a:pPr>
                <a:buClr>
                  <a:srgbClr val="000000"/>
                </a:buClr>
                <a:buFont typeface="Arial" panose="020B0604020202090204"/>
                <a:buNone/>
              </a:pPr>
              <a:endParaRPr lang="en-US" sz="1400" kern="0">
                <a:solidFill>
                  <a:srgbClr val="000000"/>
                </a:solidFill>
                <a:latin typeface="Arial" panose="020B0604020202090204"/>
                <a:ea typeface="Arial" panose="020B0604020202090204"/>
                <a:cs typeface="Arial" panose="020B0604020202090204"/>
                <a:sym typeface="Arial" panose="020B0604020202090204"/>
              </a:endParaRPr>
            </a:p>
          </p:txBody>
        </p:sp>
        <p:sp>
          <p:nvSpPr>
            <p:cNvPr id="29" name="Freeform 16"/>
            <p:cNvSpPr>
              <a:spLocks noEditPoints="1"/>
            </p:cNvSpPr>
            <p:nvPr userDrawn="1"/>
          </p:nvSpPr>
          <p:spPr bwMode="auto">
            <a:xfrm>
              <a:off x="4626" y="1655"/>
              <a:ext cx="1134" cy="1138"/>
            </a:xfrm>
            <a:custGeom>
              <a:avLst/>
              <a:gdLst>
                <a:gd name="T0" fmla="*/ 129 w 258"/>
                <a:gd name="T1" fmla="*/ 216 h 258"/>
                <a:gd name="T2" fmla="*/ 42 w 258"/>
                <a:gd name="T3" fmla="*/ 129 h 258"/>
                <a:gd name="T4" fmla="*/ 129 w 258"/>
                <a:gd name="T5" fmla="*/ 42 h 258"/>
                <a:gd name="T6" fmla="*/ 216 w 258"/>
                <a:gd name="T7" fmla="*/ 128 h 258"/>
                <a:gd name="T8" fmla="*/ 216 w 258"/>
                <a:gd name="T9" fmla="*/ 131 h 258"/>
                <a:gd name="T10" fmla="*/ 129 w 258"/>
                <a:gd name="T11" fmla="*/ 216 h 258"/>
                <a:gd name="T12" fmla="*/ 258 w 258"/>
                <a:gd name="T13" fmla="*/ 129 h 258"/>
                <a:gd name="T14" fmla="*/ 258 w 258"/>
                <a:gd name="T15" fmla="*/ 128 h 258"/>
                <a:gd name="T16" fmla="*/ 258 w 258"/>
                <a:gd name="T17" fmla="*/ 3 h 258"/>
                <a:gd name="T18" fmla="*/ 216 w 258"/>
                <a:gd name="T19" fmla="*/ 3 h 258"/>
                <a:gd name="T20" fmla="*/ 216 w 258"/>
                <a:gd name="T21" fmla="*/ 34 h 258"/>
                <a:gd name="T22" fmla="*/ 129 w 258"/>
                <a:gd name="T23" fmla="*/ 0 h 258"/>
                <a:gd name="T24" fmla="*/ 0 w 258"/>
                <a:gd name="T25" fmla="*/ 129 h 258"/>
                <a:gd name="T26" fmla="*/ 129 w 258"/>
                <a:gd name="T27" fmla="*/ 258 h 258"/>
                <a:gd name="T28" fmla="*/ 216 w 258"/>
                <a:gd name="T29" fmla="*/ 224 h 258"/>
                <a:gd name="T30" fmla="*/ 216 w 258"/>
                <a:gd name="T31" fmla="*/ 256 h 258"/>
                <a:gd name="T32" fmla="*/ 258 w 258"/>
                <a:gd name="T33" fmla="*/ 256 h 258"/>
                <a:gd name="T34" fmla="*/ 258 w 258"/>
                <a:gd name="T35" fmla="*/ 131 h 258"/>
                <a:gd name="T36" fmla="*/ 258 w 258"/>
                <a:gd name="T37" fmla="*/ 129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8" h="258">
                  <a:moveTo>
                    <a:pt x="129" y="216"/>
                  </a:moveTo>
                  <a:cubicBezTo>
                    <a:pt x="81" y="216"/>
                    <a:pt x="42" y="177"/>
                    <a:pt x="42" y="129"/>
                  </a:cubicBezTo>
                  <a:cubicBezTo>
                    <a:pt x="42" y="81"/>
                    <a:pt x="81" y="42"/>
                    <a:pt x="129" y="42"/>
                  </a:cubicBezTo>
                  <a:cubicBezTo>
                    <a:pt x="176" y="42"/>
                    <a:pt x="215" y="80"/>
                    <a:pt x="216" y="128"/>
                  </a:cubicBezTo>
                  <a:cubicBezTo>
                    <a:pt x="216" y="131"/>
                    <a:pt x="216" y="131"/>
                    <a:pt x="216" y="131"/>
                  </a:cubicBezTo>
                  <a:cubicBezTo>
                    <a:pt x="215" y="178"/>
                    <a:pt x="176" y="216"/>
                    <a:pt x="129" y="216"/>
                  </a:cubicBezTo>
                  <a:moveTo>
                    <a:pt x="258" y="129"/>
                  </a:moveTo>
                  <a:cubicBezTo>
                    <a:pt x="258" y="129"/>
                    <a:pt x="258" y="128"/>
                    <a:pt x="258" y="128"/>
                  </a:cubicBezTo>
                  <a:cubicBezTo>
                    <a:pt x="258" y="3"/>
                    <a:pt x="258" y="3"/>
                    <a:pt x="258" y="3"/>
                  </a:cubicBezTo>
                  <a:cubicBezTo>
                    <a:pt x="216" y="3"/>
                    <a:pt x="216" y="3"/>
                    <a:pt x="216" y="3"/>
                  </a:cubicBezTo>
                  <a:cubicBezTo>
                    <a:pt x="216" y="34"/>
                    <a:pt x="216" y="34"/>
                    <a:pt x="216" y="34"/>
                  </a:cubicBezTo>
                  <a:cubicBezTo>
                    <a:pt x="193" y="13"/>
                    <a:pt x="162" y="0"/>
                    <a:pt x="129" y="0"/>
                  </a:cubicBezTo>
                  <a:cubicBezTo>
                    <a:pt x="58" y="0"/>
                    <a:pt x="0" y="58"/>
                    <a:pt x="0" y="129"/>
                  </a:cubicBezTo>
                  <a:cubicBezTo>
                    <a:pt x="0" y="200"/>
                    <a:pt x="58" y="258"/>
                    <a:pt x="129" y="258"/>
                  </a:cubicBezTo>
                  <a:cubicBezTo>
                    <a:pt x="162" y="258"/>
                    <a:pt x="193" y="245"/>
                    <a:pt x="216" y="224"/>
                  </a:cubicBezTo>
                  <a:cubicBezTo>
                    <a:pt x="216" y="256"/>
                    <a:pt x="216" y="256"/>
                    <a:pt x="216" y="256"/>
                  </a:cubicBezTo>
                  <a:cubicBezTo>
                    <a:pt x="258" y="256"/>
                    <a:pt x="258" y="256"/>
                    <a:pt x="258" y="256"/>
                  </a:cubicBezTo>
                  <a:cubicBezTo>
                    <a:pt x="258" y="131"/>
                    <a:pt x="258" y="131"/>
                    <a:pt x="258" y="131"/>
                  </a:cubicBezTo>
                  <a:cubicBezTo>
                    <a:pt x="258" y="130"/>
                    <a:pt x="258" y="130"/>
                    <a:pt x="258" y="129"/>
                  </a:cubicBezTo>
                </a:path>
              </a:pathLst>
            </a:custGeom>
            <a:grpFill/>
            <a:ln>
              <a:noFill/>
            </a:ln>
          </p:spPr>
          <p:txBody>
            <a:bodyPr vert="horz" wrap="square" lIns="91440" tIns="45720" rIns="91440" bIns="45720" numCol="1" anchor="t" anchorCtr="0" compatLnSpc="1"/>
            <a:lstStyle/>
            <a:p>
              <a:pPr>
                <a:buClr>
                  <a:srgbClr val="000000"/>
                </a:buClr>
                <a:buFont typeface="Arial" panose="020B0604020202090204"/>
                <a:buNone/>
              </a:pPr>
              <a:endParaRPr lang="en-US" sz="1400" kern="0">
                <a:solidFill>
                  <a:srgbClr val="000000"/>
                </a:solidFill>
                <a:latin typeface="Arial" panose="020B0604020202090204"/>
                <a:ea typeface="Arial" panose="020B0604020202090204"/>
                <a:cs typeface="Arial" panose="020B0604020202090204"/>
                <a:sym typeface="Arial" panose="020B0604020202090204"/>
              </a:endParaRPr>
            </a:p>
          </p:txBody>
        </p:sp>
        <p:sp>
          <p:nvSpPr>
            <p:cNvPr id="30" name="Freeform 17"/>
            <p:cNvSpPr>
              <a:spLocks noEditPoints="1"/>
            </p:cNvSpPr>
            <p:nvPr userDrawn="1"/>
          </p:nvSpPr>
          <p:spPr bwMode="auto">
            <a:xfrm>
              <a:off x="1183" y="1651"/>
              <a:ext cx="1130" cy="1137"/>
            </a:xfrm>
            <a:custGeom>
              <a:avLst/>
              <a:gdLst>
                <a:gd name="T0" fmla="*/ 129 w 257"/>
                <a:gd name="T1" fmla="*/ 42 h 258"/>
                <a:gd name="T2" fmla="*/ 213 w 257"/>
                <a:gd name="T3" fmla="*/ 108 h 258"/>
                <a:gd name="T4" fmla="*/ 44 w 257"/>
                <a:gd name="T5" fmla="*/ 108 h 258"/>
                <a:gd name="T6" fmla="*/ 129 w 257"/>
                <a:gd name="T7" fmla="*/ 42 h 258"/>
                <a:gd name="T8" fmla="*/ 129 w 257"/>
                <a:gd name="T9" fmla="*/ 216 h 258"/>
                <a:gd name="T10" fmla="*/ 44 w 257"/>
                <a:gd name="T11" fmla="*/ 150 h 258"/>
                <a:gd name="T12" fmla="*/ 257 w 257"/>
                <a:gd name="T13" fmla="*/ 150 h 258"/>
                <a:gd name="T14" fmla="*/ 257 w 257"/>
                <a:gd name="T15" fmla="*/ 129 h 258"/>
                <a:gd name="T16" fmla="*/ 129 w 257"/>
                <a:gd name="T17" fmla="*/ 0 h 258"/>
                <a:gd name="T18" fmla="*/ 0 w 257"/>
                <a:gd name="T19" fmla="*/ 129 h 258"/>
                <a:gd name="T20" fmla="*/ 129 w 257"/>
                <a:gd name="T21" fmla="*/ 258 h 258"/>
                <a:gd name="T22" fmla="*/ 243 w 257"/>
                <a:gd name="T23" fmla="*/ 189 h 258"/>
                <a:gd name="T24" fmla="*/ 191 w 257"/>
                <a:gd name="T25" fmla="*/ 189 h 258"/>
                <a:gd name="T26" fmla="*/ 129 w 257"/>
                <a:gd name="T27" fmla="*/ 216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7" h="258">
                  <a:moveTo>
                    <a:pt x="129" y="42"/>
                  </a:moveTo>
                  <a:cubicBezTo>
                    <a:pt x="169" y="42"/>
                    <a:pt x="204" y="70"/>
                    <a:pt x="213" y="108"/>
                  </a:cubicBezTo>
                  <a:cubicBezTo>
                    <a:pt x="44" y="108"/>
                    <a:pt x="44" y="108"/>
                    <a:pt x="44" y="108"/>
                  </a:cubicBezTo>
                  <a:cubicBezTo>
                    <a:pt x="53" y="70"/>
                    <a:pt x="88" y="42"/>
                    <a:pt x="129" y="42"/>
                  </a:cubicBezTo>
                  <a:moveTo>
                    <a:pt x="129" y="216"/>
                  </a:moveTo>
                  <a:cubicBezTo>
                    <a:pt x="88" y="216"/>
                    <a:pt x="53" y="188"/>
                    <a:pt x="44" y="150"/>
                  </a:cubicBezTo>
                  <a:cubicBezTo>
                    <a:pt x="257" y="150"/>
                    <a:pt x="257" y="150"/>
                    <a:pt x="257" y="150"/>
                  </a:cubicBezTo>
                  <a:cubicBezTo>
                    <a:pt x="257" y="129"/>
                    <a:pt x="257" y="129"/>
                    <a:pt x="257" y="129"/>
                  </a:cubicBezTo>
                  <a:cubicBezTo>
                    <a:pt x="257" y="58"/>
                    <a:pt x="200" y="0"/>
                    <a:pt x="129" y="0"/>
                  </a:cubicBezTo>
                  <a:cubicBezTo>
                    <a:pt x="57" y="0"/>
                    <a:pt x="0" y="58"/>
                    <a:pt x="0" y="129"/>
                  </a:cubicBezTo>
                  <a:cubicBezTo>
                    <a:pt x="0" y="200"/>
                    <a:pt x="57" y="258"/>
                    <a:pt x="129" y="258"/>
                  </a:cubicBezTo>
                  <a:cubicBezTo>
                    <a:pt x="177" y="258"/>
                    <a:pt x="221" y="231"/>
                    <a:pt x="243" y="189"/>
                  </a:cubicBezTo>
                  <a:cubicBezTo>
                    <a:pt x="191" y="189"/>
                    <a:pt x="191" y="189"/>
                    <a:pt x="191" y="189"/>
                  </a:cubicBezTo>
                  <a:cubicBezTo>
                    <a:pt x="175" y="206"/>
                    <a:pt x="153" y="216"/>
                    <a:pt x="129" y="216"/>
                  </a:cubicBezTo>
                </a:path>
              </a:pathLst>
            </a:custGeom>
            <a:grpFill/>
            <a:ln>
              <a:noFill/>
            </a:ln>
          </p:spPr>
          <p:txBody>
            <a:bodyPr vert="horz" wrap="square" lIns="91440" tIns="45720" rIns="91440" bIns="45720" numCol="1" anchor="t" anchorCtr="0" compatLnSpc="1"/>
            <a:lstStyle/>
            <a:p>
              <a:pPr>
                <a:buClr>
                  <a:srgbClr val="000000"/>
                </a:buClr>
                <a:buFont typeface="Arial" panose="020B0604020202090204"/>
                <a:buNone/>
              </a:pPr>
              <a:endParaRPr lang="en-US" sz="1400" kern="0">
                <a:solidFill>
                  <a:srgbClr val="000000"/>
                </a:solidFill>
                <a:latin typeface="Arial" panose="020B0604020202090204"/>
                <a:ea typeface="Arial" panose="020B0604020202090204"/>
                <a:cs typeface="Arial" panose="020B0604020202090204"/>
                <a:sym typeface="Arial" panose="020B0604020202090204"/>
              </a:endParaRPr>
            </a:p>
          </p:txBody>
        </p:sp>
        <p:sp>
          <p:nvSpPr>
            <p:cNvPr id="31" name="Freeform 18"/>
            <p:cNvSpPr/>
            <p:nvPr userDrawn="1"/>
          </p:nvSpPr>
          <p:spPr bwMode="auto">
            <a:xfrm>
              <a:off x="0" y="1492"/>
              <a:ext cx="1315" cy="1336"/>
            </a:xfrm>
            <a:custGeom>
              <a:avLst/>
              <a:gdLst>
                <a:gd name="T0" fmla="*/ 0 w 1315"/>
                <a:gd name="T1" fmla="*/ 0 h 1336"/>
                <a:gd name="T2" fmla="*/ 229 w 1315"/>
                <a:gd name="T3" fmla="*/ 0 h 1336"/>
                <a:gd name="T4" fmla="*/ 659 w 1315"/>
                <a:gd name="T5" fmla="*/ 873 h 1336"/>
                <a:gd name="T6" fmla="*/ 1090 w 1315"/>
                <a:gd name="T7" fmla="*/ 0 h 1336"/>
                <a:gd name="T8" fmla="*/ 1315 w 1315"/>
                <a:gd name="T9" fmla="*/ 0 h 1336"/>
                <a:gd name="T10" fmla="*/ 659 w 1315"/>
                <a:gd name="T11" fmla="*/ 1336 h 1336"/>
                <a:gd name="T12" fmla="*/ 0 w 1315"/>
                <a:gd name="T13" fmla="*/ 0 h 1336"/>
              </a:gdLst>
              <a:ahLst/>
              <a:cxnLst>
                <a:cxn ang="0">
                  <a:pos x="T0" y="T1"/>
                </a:cxn>
                <a:cxn ang="0">
                  <a:pos x="T2" y="T3"/>
                </a:cxn>
                <a:cxn ang="0">
                  <a:pos x="T4" y="T5"/>
                </a:cxn>
                <a:cxn ang="0">
                  <a:pos x="T6" y="T7"/>
                </a:cxn>
                <a:cxn ang="0">
                  <a:pos x="T8" y="T9"/>
                </a:cxn>
                <a:cxn ang="0">
                  <a:pos x="T10" y="T11"/>
                </a:cxn>
                <a:cxn ang="0">
                  <a:pos x="T12" y="T13"/>
                </a:cxn>
              </a:cxnLst>
              <a:rect l="0" t="0" r="r" b="b"/>
              <a:pathLst>
                <a:path w="1315" h="1336">
                  <a:moveTo>
                    <a:pt x="0" y="0"/>
                  </a:moveTo>
                  <a:lnTo>
                    <a:pt x="229" y="0"/>
                  </a:lnTo>
                  <a:lnTo>
                    <a:pt x="659" y="873"/>
                  </a:lnTo>
                  <a:lnTo>
                    <a:pt x="1090" y="0"/>
                  </a:lnTo>
                  <a:lnTo>
                    <a:pt x="1315" y="0"/>
                  </a:lnTo>
                  <a:lnTo>
                    <a:pt x="659" y="1336"/>
                  </a:lnTo>
                  <a:lnTo>
                    <a:pt x="0" y="0"/>
                  </a:lnTo>
                  <a:close/>
                </a:path>
              </a:pathLst>
            </a:custGeom>
            <a:grpFill/>
            <a:ln>
              <a:noFill/>
            </a:ln>
          </p:spPr>
          <p:txBody>
            <a:bodyPr vert="horz" wrap="square" lIns="91440" tIns="45720" rIns="91440" bIns="45720" numCol="1" anchor="t" anchorCtr="0" compatLnSpc="1"/>
            <a:lstStyle/>
            <a:p>
              <a:pPr>
                <a:buClr>
                  <a:srgbClr val="000000"/>
                </a:buClr>
                <a:buFont typeface="Arial" panose="020B0604020202090204"/>
                <a:buNone/>
              </a:pPr>
              <a:endParaRPr lang="en-US" sz="1400" kern="0">
                <a:solidFill>
                  <a:srgbClr val="000000"/>
                </a:solidFill>
                <a:latin typeface="Arial" panose="020B0604020202090204"/>
                <a:ea typeface="Arial" panose="020B0604020202090204"/>
                <a:cs typeface="Arial" panose="020B0604020202090204"/>
                <a:sym typeface="Arial" panose="020B0604020202090204"/>
              </a:endParaRPr>
            </a:p>
          </p:txBody>
        </p:sp>
        <p:sp>
          <p:nvSpPr>
            <p:cNvPr id="32" name="Freeform 19"/>
            <p:cNvSpPr/>
            <p:nvPr userDrawn="1"/>
          </p:nvSpPr>
          <p:spPr bwMode="auto">
            <a:xfrm>
              <a:off x="360" y="1492"/>
              <a:ext cx="594" cy="595"/>
            </a:xfrm>
            <a:custGeom>
              <a:avLst/>
              <a:gdLst>
                <a:gd name="T0" fmla="*/ 0 w 135"/>
                <a:gd name="T1" fmla="*/ 0 h 135"/>
                <a:gd name="T2" fmla="*/ 68 w 135"/>
                <a:gd name="T3" fmla="*/ 135 h 135"/>
                <a:gd name="T4" fmla="*/ 135 w 135"/>
                <a:gd name="T5" fmla="*/ 0 h 135"/>
                <a:gd name="T6" fmla="*/ 0 w 135"/>
                <a:gd name="T7" fmla="*/ 0 h 135"/>
              </a:gdLst>
              <a:ahLst/>
              <a:cxnLst>
                <a:cxn ang="0">
                  <a:pos x="T0" y="T1"/>
                </a:cxn>
                <a:cxn ang="0">
                  <a:pos x="T2" y="T3"/>
                </a:cxn>
                <a:cxn ang="0">
                  <a:pos x="T4" y="T5"/>
                </a:cxn>
                <a:cxn ang="0">
                  <a:pos x="T6" y="T7"/>
                </a:cxn>
              </a:cxnLst>
              <a:rect l="0" t="0" r="r" b="b"/>
              <a:pathLst>
                <a:path w="135" h="135">
                  <a:moveTo>
                    <a:pt x="0" y="0"/>
                  </a:moveTo>
                  <a:cubicBezTo>
                    <a:pt x="68" y="135"/>
                    <a:pt x="68" y="135"/>
                    <a:pt x="68" y="135"/>
                  </a:cubicBezTo>
                  <a:cubicBezTo>
                    <a:pt x="135" y="0"/>
                    <a:pt x="135" y="0"/>
                    <a:pt x="135" y="0"/>
                  </a:cubicBezTo>
                  <a:cubicBezTo>
                    <a:pt x="135" y="0"/>
                    <a:pt x="0" y="0"/>
                    <a:pt x="0" y="0"/>
                  </a:cubicBezTo>
                </a:path>
              </a:pathLst>
            </a:custGeom>
            <a:grpFill/>
            <a:ln>
              <a:noFill/>
            </a:ln>
          </p:spPr>
          <p:txBody>
            <a:bodyPr vert="horz" wrap="square" lIns="91440" tIns="45720" rIns="91440" bIns="45720" numCol="1" anchor="t" anchorCtr="0" compatLnSpc="1"/>
            <a:lstStyle/>
            <a:p>
              <a:pPr>
                <a:buClr>
                  <a:srgbClr val="000000"/>
                </a:buClr>
                <a:buFont typeface="Arial" panose="020B0604020202090204"/>
                <a:buNone/>
              </a:pPr>
              <a:endParaRPr lang="en-US" sz="1400" kern="0">
                <a:solidFill>
                  <a:srgbClr val="000000"/>
                </a:solidFill>
                <a:latin typeface="Arial" panose="020B0604020202090204"/>
                <a:ea typeface="Arial" panose="020B0604020202090204"/>
                <a:cs typeface="Arial" panose="020B0604020202090204"/>
                <a:sym typeface="Arial" panose="020B0604020202090204"/>
              </a:endParaRPr>
            </a:p>
          </p:txBody>
        </p:sp>
      </p:grpSp>
    </p:spTree>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userDrawn="1">
  <p:cSld name="Custom Layout">
    <p:bg>
      <p:bgRef idx="1001">
        <a:schemeClr val="bg2"/>
      </p:bgRef>
    </p:bg>
    <p:spTree>
      <p:nvGrpSpPr>
        <p:cNvPr id="1" name=""/>
        <p:cNvGrpSpPr/>
        <p:nvPr/>
      </p:nvGrpSpPr>
      <p:grpSpPr>
        <a:xfrm>
          <a:off x="0" y="0"/>
          <a:ext cx="0" cy="0"/>
          <a:chOff x="0" y="0"/>
          <a:chExt cx="0" cy="0"/>
        </a:xfrm>
      </p:grpSpPr>
      <p:grpSp>
        <p:nvGrpSpPr>
          <p:cNvPr id="9" name="Group 4"/>
          <p:cNvGrpSpPr>
            <a:grpSpLocks noChangeAspect="1"/>
          </p:cNvGrpSpPr>
          <p:nvPr userDrawn="1"/>
        </p:nvGrpSpPr>
        <p:grpSpPr bwMode="auto">
          <a:xfrm>
            <a:off x="5579537" y="6394621"/>
            <a:ext cx="1032926" cy="241526"/>
            <a:chOff x="2556" y="1860"/>
            <a:chExt cx="2566" cy="600"/>
          </a:xfrm>
        </p:grpSpPr>
        <p:sp>
          <p:nvSpPr>
            <p:cNvPr id="10" name="AutoShape 3"/>
            <p:cNvSpPr>
              <a:spLocks noChangeAspect="1" noChangeArrowheads="1" noTextEdit="1"/>
            </p:cNvSpPr>
            <p:nvPr/>
          </p:nvSpPr>
          <p:spPr bwMode="auto">
            <a:xfrm>
              <a:off x="2558" y="1860"/>
              <a:ext cx="2564"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p>
          </p:txBody>
        </p:sp>
        <p:sp>
          <p:nvSpPr>
            <p:cNvPr id="11" name="Freeform 5"/>
            <p:cNvSpPr/>
            <p:nvPr/>
          </p:nvSpPr>
          <p:spPr bwMode="auto">
            <a:xfrm>
              <a:off x="4124" y="1938"/>
              <a:ext cx="517" cy="522"/>
            </a:xfrm>
            <a:custGeom>
              <a:avLst/>
              <a:gdLst>
                <a:gd name="T0" fmla="*/ 253 w 253"/>
                <a:gd name="T1" fmla="*/ 0 h 253"/>
                <a:gd name="T2" fmla="*/ 206 w 253"/>
                <a:gd name="T3" fmla="*/ 0 h 253"/>
                <a:gd name="T4" fmla="*/ 126 w 253"/>
                <a:gd name="T5" fmla="*/ 159 h 253"/>
                <a:gd name="T6" fmla="*/ 46 w 253"/>
                <a:gd name="T7" fmla="*/ 0 h 253"/>
                <a:gd name="T8" fmla="*/ 0 w 253"/>
                <a:gd name="T9" fmla="*/ 0 h 253"/>
                <a:gd name="T10" fmla="*/ 126 w 253"/>
                <a:gd name="T11" fmla="*/ 253 h 253"/>
                <a:gd name="T12" fmla="*/ 253 w 253"/>
                <a:gd name="T13" fmla="*/ 0 h 253"/>
              </a:gdLst>
              <a:ahLst/>
              <a:cxnLst>
                <a:cxn ang="0">
                  <a:pos x="T0" y="T1"/>
                </a:cxn>
                <a:cxn ang="0">
                  <a:pos x="T2" y="T3"/>
                </a:cxn>
                <a:cxn ang="0">
                  <a:pos x="T4" y="T5"/>
                </a:cxn>
                <a:cxn ang="0">
                  <a:pos x="T6" y="T7"/>
                </a:cxn>
                <a:cxn ang="0">
                  <a:pos x="T8" y="T9"/>
                </a:cxn>
                <a:cxn ang="0">
                  <a:pos x="T10" y="T11"/>
                </a:cxn>
                <a:cxn ang="0">
                  <a:pos x="T12" y="T13"/>
                </a:cxn>
              </a:cxnLst>
              <a:rect l="0" t="0" r="r" b="b"/>
              <a:pathLst>
                <a:path w="253" h="253">
                  <a:moveTo>
                    <a:pt x="253" y="0"/>
                  </a:moveTo>
                  <a:cubicBezTo>
                    <a:pt x="206" y="0"/>
                    <a:pt x="206" y="0"/>
                    <a:pt x="206" y="0"/>
                  </a:cubicBezTo>
                  <a:cubicBezTo>
                    <a:pt x="126" y="159"/>
                    <a:pt x="126" y="159"/>
                    <a:pt x="126" y="159"/>
                  </a:cubicBezTo>
                  <a:cubicBezTo>
                    <a:pt x="46" y="0"/>
                    <a:pt x="46" y="0"/>
                    <a:pt x="46" y="0"/>
                  </a:cubicBezTo>
                  <a:cubicBezTo>
                    <a:pt x="0" y="0"/>
                    <a:pt x="0" y="0"/>
                    <a:pt x="0" y="0"/>
                  </a:cubicBezTo>
                  <a:cubicBezTo>
                    <a:pt x="50" y="100"/>
                    <a:pt x="126" y="253"/>
                    <a:pt x="126" y="253"/>
                  </a:cubicBezTo>
                  <a:lnTo>
                    <a:pt x="25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2" name="Freeform 6"/>
            <p:cNvSpPr>
              <a:spLocks noEditPoints="1"/>
            </p:cNvSpPr>
            <p:nvPr/>
          </p:nvSpPr>
          <p:spPr bwMode="auto">
            <a:xfrm>
              <a:off x="3642" y="1934"/>
              <a:ext cx="505" cy="507"/>
            </a:xfrm>
            <a:custGeom>
              <a:avLst/>
              <a:gdLst>
                <a:gd name="T0" fmla="*/ 124 w 247"/>
                <a:gd name="T1" fmla="*/ 206 h 246"/>
                <a:gd name="T2" fmla="*/ 43 w 247"/>
                <a:gd name="T3" fmla="*/ 143 h 246"/>
                <a:gd name="T4" fmla="*/ 247 w 247"/>
                <a:gd name="T5" fmla="*/ 143 h 246"/>
                <a:gd name="T6" fmla="*/ 247 w 247"/>
                <a:gd name="T7" fmla="*/ 123 h 246"/>
                <a:gd name="T8" fmla="*/ 124 w 247"/>
                <a:gd name="T9" fmla="*/ 0 h 246"/>
                <a:gd name="T10" fmla="*/ 0 w 247"/>
                <a:gd name="T11" fmla="*/ 123 h 246"/>
                <a:gd name="T12" fmla="*/ 124 w 247"/>
                <a:gd name="T13" fmla="*/ 246 h 246"/>
                <a:gd name="T14" fmla="*/ 233 w 247"/>
                <a:gd name="T15" fmla="*/ 181 h 246"/>
                <a:gd name="T16" fmla="*/ 184 w 247"/>
                <a:gd name="T17" fmla="*/ 181 h 246"/>
                <a:gd name="T18" fmla="*/ 124 w 247"/>
                <a:gd name="T19" fmla="*/ 206 h 246"/>
                <a:gd name="T20" fmla="*/ 124 w 247"/>
                <a:gd name="T21" fmla="*/ 40 h 246"/>
                <a:gd name="T22" fmla="*/ 205 w 247"/>
                <a:gd name="T23" fmla="*/ 103 h 246"/>
                <a:gd name="T24" fmla="*/ 43 w 247"/>
                <a:gd name="T25" fmla="*/ 103 h 246"/>
                <a:gd name="T26" fmla="*/ 124 w 247"/>
                <a:gd name="T27" fmla="*/ 4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7" h="246">
                  <a:moveTo>
                    <a:pt x="124" y="206"/>
                  </a:moveTo>
                  <a:cubicBezTo>
                    <a:pt x="85" y="206"/>
                    <a:pt x="52" y="179"/>
                    <a:pt x="43" y="143"/>
                  </a:cubicBezTo>
                  <a:cubicBezTo>
                    <a:pt x="247" y="143"/>
                    <a:pt x="247" y="143"/>
                    <a:pt x="247" y="143"/>
                  </a:cubicBezTo>
                  <a:cubicBezTo>
                    <a:pt x="247" y="123"/>
                    <a:pt x="247" y="123"/>
                    <a:pt x="247" y="123"/>
                  </a:cubicBezTo>
                  <a:cubicBezTo>
                    <a:pt x="247" y="55"/>
                    <a:pt x="192" y="0"/>
                    <a:pt x="124" y="0"/>
                  </a:cubicBezTo>
                  <a:cubicBezTo>
                    <a:pt x="56" y="0"/>
                    <a:pt x="0" y="55"/>
                    <a:pt x="0" y="123"/>
                  </a:cubicBezTo>
                  <a:cubicBezTo>
                    <a:pt x="0" y="191"/>
                    <a:pt x="56" y="246"/>
                    <a:pt x="124" y="246"/>
                  </a:cubicBezTo>
                  <a:cubicBezTo>
                    <a:pt x="170" y="246"/>
                    <a:pt x="212" y="220"/>
                    <a:pt x="233" y="181"/>
                  </a:cubicBezTo>
                  <a:cubicBezTo>
                    <a:pt x="184" y="181"/>
                    <a:pt x="184" y="181"/>
                    <a:pt x="184" y="181"/>
                  </a:cubicBezTo>
                  <a:cubicBezTo>
                    <a:pt x="169" y="197"/>
                    <a:pt x="147" y="206"/>
                    <a:pt x="124" y="206"/>
                  </a:cubicBezTo>
                  <a:moveTo>
                    <a:pt x="124" y="40"/>
                  </a:moveTo>
                  <a:cubicBezTo>
                    <a:pt x="163" y="40"/>
                    <a:pt x="196" y="67"/>
                    <a:pt x="205" y="103"/>
                  </a:cubicBezTo>
                  <a:cubicBezTo>
                    <a:pt x="43" y="103"/>
                    <a:pt x="43" y="103"/>
                    <a:pt x="43" y="103"/>
                  </a:cubicBezTo>
                  <a:cubicBezTo>
                    <a:pt x="52" y="67"/>
                    <a:pt x="85" y="40"/>
                    <a:pt x="124" y="4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3" name="Freeform 7"/>
            <p:cNvSpPr>
              <a:spLocks noEditPoints="1"/>
            </p:cNvSpPr>
            <p:nvPr/>
          </p:nvSpPr>
          <p:spPr bwMode="auto">
            <a:xfrm>
              <a:off x="4617" y="1936"/>
              <a:ext cx="503" cy="507"/>
            </a:xfrm>
            <a:custGeom>
              <a:avLst/>
              <a:gdLst>
                <a:gd name="T0" fmla="*/ 246 w 246"/>
                <a:gd name="T1" fmla="*/ 123 h 246"/>
                <a:gd name="T2" fmla="*/ 246 w 246"/>
                <a:gd name="T3" fmla="*/ 122 h 246"/>
                <a:gd name="T4" fmla="*/ 246 w 246"/>
                <a:gd name="T5" fmla="*/ 2 h 246"/>
                <a:gd name="T6" fmla="*/ 206 w 246"/>
                <a:gd name="T7" fmla="*/ 2 h 246"/>
                <a:gd name="T8" fmla="*/ 206 w 246"/>
                <a:gd name="T9" fmla="*/ 32 h 246"/>
                <a:gd name="T10" fmla="*/ 123 w 246"/>
                <a:gd name="T11" fmla="*/ 0 h 246"/>
                <a:gd name="T12" fmla="*/ 0 w 246"/>
                <a:gd name="T13" fmla="*/ 123 h 246"/>
                <a:gd name="T14" fmla="*/ 123 w 246"/>
                <a:gd name="T15" fmla="*/ 246 h 246"/>
                <a:gd name="T16" fmla="*/ 206 w 246"/>
                <a:gd name="T17" fmla="*/ 214 h 246"/>
                <a:gd name="T18" fmla="*/ 206 w 246"/>
                <a:gd name="T19" fmla="*/ 244 h 246"/>
                <a:gd name="T20" fmla="*/ 246 w 246"/>
                <a:gd name="T21" fmla="*/ 244 h 246"/>
                <a:gd name="T22" fmla="*/ 246 w 246"/>
                <a:gd name="T23" fmla="*/ 124 h 246"/>
                <a:gd name="T24" fmla="*/ 246 w 246"/>
                <a:gd name="T25" fmla="*/ 123 h 246"/>
                <a:gd name="T26" fmla="*/ 123 w 246"/>
                <a:gd name="T27" fmla="*/ 206 h 246"/>
                <a:gd name="T28" fmla="*/ 40 w 246"/>
                <a:gd name="T29" fmla="*/ 123 h 246"/>
                <a:gd name="T30" fmla="*/ 123 w 246"/>
                <a:gd name="T31" fmla="*/ 40 h 246"/>
                <a:gd name="T32" fmla="*/ 206 w 246"/>
                <a:gd name="T33" fmla="*/ 122 h 246"/>
                <a:gd name="T34" fmla="*/ 206 w 246"/>
                <a:gd name="T35" fmla="*/ 124 h 246"/>
                <a:gd name="T36" fmla="*/ 123 w 246"/>
                <a:gd name="T37" fmla="*/ 206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6" h="246">
                  <a:moveTo>
                    <a:pt x="246" y="123"/>
                  </a:moveTo>
                  <a:cubicBezTo>
                    <a:pt x="246" y="123"/>
                    <a:pt x="246" y="122"/>
                    <a:pt x="246" y="122"/>
                  </a:cubicBezTo>
                  <a:cubicBezTo>
                    <a:pt x="246" y="2"/>
                    <a:pt x="246" y="2"/>
                    <a:pt x="246" y="2"/>
                  </a:cubicBezTo>
                  <a:cubicBezTo>
                    <a:pt x="206" y="2"/>
                    <a:pt x="206" y="2"/>
                    <a:pt x="206" y="2"/>
                  </a:cubicBezTo>
                  <a:cubicBezTo>
                    <a:pt x="206" y="32"/>
                    <a:pt x="206" y="32"/>
                    <a:pt x="206" y="32"/>
                  </a:cubicBezTo>
                  <a:cubicBezTo>
                    <a:pt x="184" y="12"/>
                    <a:pt x="155" y="0"/>
                    <a:pt x="123" y="0"/>
                  </a:cubicBezTo>
                  <a:cubicBezTo>
                    <a:pt x="55" y="0"/>
                    <a:pt x="0" y="55"/>
                    <a:pt x="0" y="123"/>
                  </a:cubicBezTo>
                  <a:cubicBezTo>
                    <a:pt x="0" y="191"/>
                    <a:pt x="55" y="246"/>
                    <a:pt x="123" y="246"/>
                  </a:cubicBezTo>
                  <a:cubicBezTo>
                    <a:pt x="155" y="246"/>
                    <a:pt x="184" y="234"/>
                    <a:pt x="206" y="214"/>
                  </a:cubicBezTo>
                  <a:cubicBezTo>
                    <a:pt x="206" y="244"/>
                    <a:pt x="206" y="244"/>
                    <a:pt x="206" y="244"/>
                  </a:cubicBezTo>
                  <a:cubicBezTo>
                    <a:pt x="246" y="244"/>
                    <a:pt x="246" y="244"/>
                    <a:pt x="246" y="244"/>
                  </a:cubicBezTo>
                  <a:cubicBezTo>
                    <a:pt x="246" y="124"/>
                    <a:pt x="246" y="124"/>
                    <a:pt x="246" y="124"/>
                  </a:cubicBezTo>
                  <a:cubicBezTo>
                    <a:pt x="246" y="124"/>
                    <a:pt x="246" y="123"/>
                    <a:pt x="246" y="123"/>
                  </a:cubicBezTo>
                  <a:moveTo>
                    <a:pt x="123" y="206"/>
                  </a:moveTo>
                  <a:cubicBezTo>
                    <a:pt x="77" y="206"/>
                    <a:pt x="40" y="169"/>
                    <a:pt x="40" y="123"/>
                  </a:cubicBezTo>
                  <a:cubicBezTo>
                    <a:pt x="40" y="77"/>
                    <a:pt x="77" y="40"/>
                    <a:pt x="123" y="40"/>
                  </a:cubicBezTo>
                  <a:cubicBezTo>
                    <a:pt x="169" y="40"/>
                    <a:pt x="206" y="76"/>
                    <a:pt x="206" y="122"/>
                  </a:cubicBezTo>
                  <a:cubicBezTo>
                    <a:pt x="206" y="124"/>
                    <a:pt x="206" y="124"/>
                    <a:pt x="206" y="124"/>
                  </a:cubicBezTo>
                  <a:cubicBezTo>
                    <a:pt x="206" y="170"/>
                    <a:pt x="169" y="206"/>
                    <a:pt x="123" y="206"/>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4" name="Freeform 8"/>
            <p:cNvSpPr>
              <a:spLocks noEditPoints="1"/>
            </p:cNvSpPr>
            <p:nvPr/>
          </p:nvSpPr>
          <p:spPr bwMode="auto">
            <a:xfrm>
              <a:off x="3081" y="1934"/>
              <a:ext cx="505" cy="507"/>
            </a:xfrm>
            <a:custGeom>
              <a:avLst/>
              <a:gdLst>
                <a:gd name="T0" fmla="*/ 124 w 247"/>
                <a:gd name="T1" fmla="*/ 206 h 246"/>
                <a:gd name="T2" fmla="*/ 43 w 247"/>
                <a:gd name="T3" fmla="*/ 143 h 246"/>
                <a:gd name="T4" fmla="*/ 247 w 247"/>
                <a:gd name="T5" fmla="*/ 143 h 246"/>
                <a:gd name="T6" fmla="*/ 247 w 247"/>
                <a:gd name="T7" fmla="*/ 123 h 246"/>
                <a:gd name="T8" fmla="*/ 124 w 247"/>
                <a:gd name="T9" fmla="*/ 0 h 246"/>
                <a:gd name="T10" fmla="*/ 0 w 247"/>
                <a:gd name="T11" fmla="*/ 123 h 246"/>
                <a:gd name="T12" fmla="*/ 124 w 247"/>
                <a:gd name="T13" fmla="*/ 246 h 246"/>
                <a:gd name="T14" fmla="*/ 233 w 247"/>
                <a:gd name="T15" fmla="*/ 181 h 246"/>
                <a:gd name="T16" fmla="*/ 184 w 247"/>
                <a:gd name="T17" fmla="*/ 181 h 246"/>
                <a:gd name="T18" fmla="*/ 124 w 247"/>
                <a:gd name="T19" fmla="*/ 206 h 246"/>
                <a:gd name="T20" fmla="*/ 124 w 247"/>
                <a:gd name="T21" fmla="*/ 40 h 246"/>
                <a:gd name="T22" fmla="*/ 205 w 247"/>
                <a:gd name="T23" fmla="*/ 103 h 246"/>
                <a:gd name="T24" fmla="*/ 43 w 247"/>
                <a:gd name="T25" fmla="*/ 103 h 246"/>
                <a:gd name="T26" fmla="*/ 124 w 247"/>
                <a:gd name="T27" fmla="*/ 4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7" h="246">
                  <a:moveTo>
                    <a:pt x="124" y="206"/>
                  </a:moveTo>
                  <a:cubicBezTo>
                    <a:pt x="85" y="206"/>
                    <a:pt x="52" y="179"/>
                    <a:pt x="43" y="143"/>
                  </a:cubicBezTo>
                  <a:cubicBezTo>
                    <a:pt x="247" y="143"/>
                    <a:pt x="247" y="143"/>
                    <a:pt x="247" y="143"/>
                  </a:cubicBezTo>
                  <a:cubicBezTo>
                    <a:pt x="247" y="123"/>
                    <a:pt x="247" y="123"/>
                    <a:pt x="247" y="123"/>
                  </a:cubicBezTo>
                  <a:cubicBezTo>
                    <a:pt x="247" y="55"/>
                    <a:pt x="192" y="0"/>
                    <a:pt x="124" y="0"/>
                  </a:cubicBezTo>
                  <a:cubicBezTo>
                    <a:pt x="56" y="0"/>
                    <a:pt x="0" y="55"/>
                    <a:pt x="0" y="123"/>
                  </a:cubicBezTo>
                  <a:cubicBezTo>
                    <a:pt x="0" y="191"/>
                    <a:pt x="56" y="246"/>
                    <a:pt x="124" y="246"/>
                  </a:cubicBezTo>
                  <a:cubicBezTo>
                    <a:pt x="171" y="246"/>
                    <a:pt x="212" y="220"/>
                    <a:pt x="233" y="181"/>
                  </a:cubicBezTo>
                  <a:cubicBezTo>
                    <a:pt x="184" y="181"/>
                    <a:pt x="184" y="181"/>
                    <a:pt x="184" y="181"/>
                  </a:cubicBezTo>
                  <a:cubicBezTo>
                    <a:pt x="169" y="197"/>
                    <a:pt x="147" y="206"/>
                    <a:pt x="124" y="206"/>
                  </a:cubicBezTo>
                  <a:moveTo>
                    <a:pt x="124" y="40"/>
                  </a:moveTo>
                  <a:cubicBezTo>
                    <a:pt x="163" y="40"/>
                    <a:pt x="196" y="67"/>
                    <a:pt x="205" y="103"/>
                  </a:cubicBezTo>
                  <a:cubicBezTo>
                    <a:pt x="43" y="103"/>
                    <a:pt x="43" y="103"/>
                    <a:pt x="43" y="103"/>
                  </a:cubicBezTo>
                  <a:cubicBezTo>
                    <a:pt x="52" y="67"/>
                    <a:pt x="85" y="40"/>
                    <a:pt x="124" y="4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5" name="Freeform 9"/>
            <p:cNvSpPr/>
            <p:nvPr/>
          </p:nvSpPr>
          <p:spPr bwMode="auto">
            <a:xfrm>
              <a:off x="2556" y="1862"/>
              <a:ext cx="585" cy="598"/>
            </a:xfrm>
            <a:custGeom>
              <a:avLst/>
              <a:gdLst>
                <a:gd name="T0" fmla="*/ 0 w 585"/>
                <a:gd name="T1" fmla="*/ 0 h 598"/>
                <a:gd name="T2" fmla="*/ 102 w 585"/>
                <a:gd name="T3" fmla="*/ 0 h 598"/>
                <a:gd name="T4" fmla="*/ 294 w 585"/>
                <a:gd name="T5" fmla="*/ 390 h 598"/>
                <a:gd name="T6" fmla="*/ 487 w 585"/>
                <a:gd name="T7" fmla="*/ 0 h 598"/>
                <a:gd name="T8" fmla="*/ 585 w 585"/>
                <a:gd name="T9" fmla="*/ 0 h 598"/>
                <a:gd name="T10" fmla="*/ 294 w 585"/>
                <a:gd name="T11" fmla="*/ 598 h 598"/>
                <a:gd name="T12" fmla="*/ 0 w 585"/>
                <a:gd name="T13" fmla="*/ 0 h 598"/>
              </a:gdLst>
              <a:ahLst/>
              <a:cxnLst>
                <a:cxn ang="0">
                  <a:pos x="T0" y="T1"/>
                </a:cxn>
                <a:cxn ang="0">
                  <a:pos x="T2" y="T3"/>
                </a:cxn>
                <a:cxn ang="0">
                  <a:pos x="T4" y="T5"/>
                </a:cxn>
                <a:cxn ang="0">
                  <a:pos x="T6" y="T7"/>
                </a:cxn>
                <a:cxn ang="0">
                  <a:pos x="T8" y="T9"/>
                </a:cxn>
                <a:cxn ang="0">
                  <a:pos x="T10" y="T11"/>
                </a:cxn>
                <a:cxn ang="0">
                  <a:pos x="T12" y="T13"/>
                </a:cxn>
              </a:cxnLst>
              <a:rect l="0" t="0" r="r" b="b"/>
              <a:pathLst>
                <a:path w="585" h="598">
                  <a:moveTo>
                    <a:pt x="0" y="0"/>
                  </a:moveTo>
                  <a:lnTo>
                    <a:pt x="102" y="0"/>
                  </a:lnTo>
                  <a:lnTo>
                    <a:pt x="294" y="390"/>
                  </a:lnTo>
                  <a:lnTo>
                    <a:pt x="487" y="0"/>
                  </a:lnTo>
                  <a:lnTo>
                    <a:pt x="585" y="0"/>
                  </a:lnTo>
                  <a:lnTo>
                    <a:pt x="294" y="598"/>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6" name="Freeform 10"/>
            <p:cNvSpPr/>
            <p:nvPr/>
          </p:nvSpPr>
          <p:spPr bwMode="auto">
            <a:xfrm>
              <a:off x="2556" y="1862"/>
              <a:ext cx="585" cy="598"/>
            </a:xfrm>
            <a:custGeom>
              <a:avLst/>
              <a:gdLst>
                <a:gd name="T0" fmla="*/ 0 w 585"/>
                <a:gd name="T1" fmla="*/ 0 h 598"/>
                <a:gd name="T2" fmla="*/ 102 w 585"/>
                <a:gd name="T3" fmla="*/ 0 h 598"/>
                <a:gd name="T4" fmla="*/ 294 w 585"/>
                <a:gd name="T5" fmla="*/ 390 h 598"/>
                <a:gd name="T6" fmla="*/ 487 w 585"/>
                <a:gd name="T7" fmla="*/ 0 h 598"/>
                <a:gd name="T8" fmla="*/ 585 w 585"/>
                <a:gd name="T9" fmla="*/ 0 h 598"/>
                <a:gd name="T10" fmla="*/ 294 w 585"/>
                <a:gd name="T11" fmla="*/ 598 h 598"/>
                <a:gd name="T12" fmla="*/ 0 w 585"/>
                <a:gd name="T13" fmla="*/ 0 h 598"/>
              </a:gdLst>
              <a:ahLst/>
              <a:cxnLst>
                <a:cxn ang="0">
                  <a:pos x="T0" y="T1"/>
                </a:cxn>
                <a:cxn ang="0">
                  <a:pos x="T2" y="T3"/>
                </a:cxn>
                <a:cxn ang="0">
                  <a:pos x="T4" y="T5"/>
                </a:cxn>
                <a:cxn ang="0">
                  <a:pos x="T6" y="T7"/>
                </a:cxn>
                <a:cxn ang="0">
                  <a:pos x="T8" y="T9"/>
                </a:cxn>
                <a:cxn ang="0">
                  <a:pos x="T10" y="T11"/>
                </a:cxn>
                <a:cxn ang="0">
                  <a:pos x="T12" y="T13"/>
                </a:cxn>
              </a:cxnLst>
              <a:rect l="0" t="0" r="r" b="b"/>
              <a:pathLst>
                <a:path w="585" h="598">
                  <a:moveTo>
                    <a:pt x="0" y="0"/>
                  </a:moveTo>
                  <a:lnTo>
                    <a:pt x="102" y="0"/>
                  </a:lnTo>
                  <a:lnTo>
                    <a:pt x="294" y="390"/>
                  </a:lnTo>
                  <a:lnTo>
                    <a:pt x="487" y="0"/>
                  </a:lnTo>
                  <a:lnTo>
                    <a:pt x="585" y="0"/>
                  </a:lnTo>
                  <a:lnTo>
                    <a:pt x="294" y="598"/>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7" name="Freeform 11"/>
            <p:cNvSpPr/>
            <p:nvPr/>
          </p:nvSpPr>
          <p:spPr bwMode="auto">
            <a:xfrm>
              <a:off x="2718" y="1862"/>
              <a:ext cx="263" cy="266"/>
            </a:xfrm>
            <a:custGeom>
              <a:avLst/>
              <a:gdLst>
                <a:gd name="T0" fmla="*/ 0 w 129"/>
                <a:gd name="T1" fmla="*/ 0 h 129"/>
                <a:gd name="T2" fmla="*/ 64 w 129"/>
                <a:gd name="T3" fmla="*/ 129 h 129"/>
                <a:gd name="T4" fmla="*/ 129 w 129"/>
                <a:gd name="T5" fmla="*/ 0 h 129"/>
                <a:gd name="T6" fmla="*/ 0 w 129"/>
                <a:gd name="T7" fmla="*/ 0 h 129"/>
              </a:gdLst>
              <a:ahLst/>
              <a:cxnLst>
                <a:cxn ang="0">
                  <a:pos x="T0" y="T1"/>
                </a:cxn>
                <a:cxn ang="0">
                  <a:pos x="T2" y="T3"/>
                </a:cxn>
                <a:cxn ang="0">
                  <a:pos x="T4" y="T5"/>
                </a:cxn>
                <a:cxn ang="0">
                  <a:pos x="T6" y="T7"/>
                </a:cxn>
              </a:cxnLst>
              <a:rect l="0" t="0" r="r" b="b"/>
              <a:pathLst>
                <a:path w="129" h="129">
                  <a:moveTo>
                    <a:pt x="0" y="0"/>
                  </a:moveTo>
                  <a:cubicBezTo>
                    <a:pt x="64" y="129"/>
                    <a:pt x="64" y="129"/>
                    <a:pt x="64" y="129"/>
                  </a:cubicBezTo>
                  <a:cubicBezTo>
                    <a:pt x="129" y="0"/>
                    <a:pt x="129" y="0"/>
                    <a:pt x="129" y="0"/>
                  </a:cubicBezTo>
                  <a:cubicBezTo>
                    <a:pt x="129" y="0"/>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sp>
        <p:nvSpPr>
          <p:cNvPr id="19" name="Title 17"/>
          <p:cNvSpPr>
            <a:spLocks noGrp="1"/>
          </p:cNvSpPr>
          <p:nvPr>
            <p:ph type="title"/>
          </p:nvPr>
        </p:nvSpPr>
        <p:spPr>
          <a:xfrm>
            <a:off x="4389245" y="1710671"/>
            <a:ext cx="6994966" cy="986568"/>
          </a:xfrm>
        </p:spPr>
        <p:txBody>
          <a:bodyPr anchor="b"/>
          <a:lstStyle>
            <a:lvl1pPr algn="l">
              <a:defRPr sz="4400">
                <a:solidFill>
                  <a:schemeClr val="tx1"/>
                </a:solidFill>
                <a:latin typeface="Calibri Light" panose="020F0302020204030204" pitchFamily="34" charset="0"/>
                <a:cs typeface="Calibri Light" panose="020F0302020204030204" pitchFamily="34" charset="0"/>
              </a:defRPr>
            </a:lvl1pPr>
          </a:lstStyle>
          <a:p>
            <a:r>
              <a:rPr lang="en-US"/>
              <a:t>Click to edit Master title style</a:t>
            </a:r>
            <a:endParaRPr lang="en-US"/>
          </a:p>
        </p:txBody>
      </p:sp>
      <p:sp>
        <p:nvSpPr>
          <p:cNvPr id="24" name="Text Placeholder 22"/>
          <p:cNvSpPr>
            <a:spLocks noGrp="1"/>
          </p:cNvSpPr>
          <p:nvPr>
            <p:ph type="body" sz="quarter" idx="10"/>
          </p:nvPr>
        </p:nvSpPr>
        <p:spPr>
          <a:xfrm>
            <a:off x="4387786" y="2726844"/>
            <a:ext cx="5807676" cy="749029"/>
          </a:xfrm>
        </p:spPr>
        <p:txBody>
          <a:bodyPr/>
          <a:lstStyle>
            <a:lvl1pPr marL="0" indent="0">
              <a:buNone/>
              <a:defRPr sz="2800">
                <a:solidFill>
                  <a:schemeClr val="tx1"/>
                </a:solidFill>
                <a:latin typeface="Calibri Light" panose="020F0302020204030204" pitchFamily="34" charset="0"/>
                <a:cs typeface="Calibri Light" panose="020F0302020204030204" pitchFamily="34" charset="0"/>
              </a:defRPr>
            </a:lvl1pPr>
            <a:lvl2pPr marL="457200" indent="0">
              <a:buNone/>
              <a:defRPr/>
            </a:lvl2pPr>
          </a:lstStyle>
          <a:p>
            <a:pPr lvl="0"/>
            <a:r>
              <a:rPr lang="en-US"/>
              <a:t>Edit Master text styles</a:t>
            </a:r>
            <a:endParaRPr lang="en-US"/>
          </a:p>
        </p:txBody>
      </p:sp>
      <p:sp>
        <p:nvSpPr>
          <p:cNvPr id="28" name="Picture Placeholder 26"/>
          <p:cNvSpPr>
            <a:spLocks noGrp="1"/>
          </p:cNvSpPr>
          <p:nvPr>
            <p:ph type="pic" sz="quarter" idx="12" hasCustomPrompt="1"/>
          </p:nvPr>
        </p:nvSpPr>
        <p:spPr>
          <a:xfrm>
            <a:off x="2794096" y="1993570"/>
            <a:ext cx="1243584" cy="1243584"/>
          </a:xfrm>
          <a:prstGeom prst="ellipse">
            <a:avLst/>
          </a:prstGeom>
        </p:spPr>
        <p:txBody>
          <a:bodyPr/>
          <a:lstStyle>
            <a:lvl1pPr marL="0" indent="0">
              <a:buNone/>
              <a:defRPr sz="1800" baseline="0">
                <a:solidFill>
                  <a:schemeClr val="tx1"/>
                </a:solidFill>
              </a:defRPr>
            </a:lvl1pPr>
          </a:lstStyle>
          <a:p>
            <a:r>
              <a:rPr lang="en-US"/>
              <a:t>1:1 ratio photo</a:t>
            </a:r>
            <a:endParaRPr lang="en-US"/>
          </a:p>
        </p:txBody>
      </p:sp>
      <p:sp>
        <p:nvSpPr>
          <p:cNvPr id="30" name="Picture Placeholder 26"/>
          <p:cNvSpPr>
            <a:spLocks noGrp="1"/>
          </p:cNvSpPr>
          <p:nvPr>
            <p:ph type="pic" sz="quarter" idx="13" hasCustomPrompt="1"/>
          </p:nvPr>
        </p:nvSpPr>
        <p:spPr>
          <a:xfrm>
            <a:off x="2794096" y="3541777"/>
            <a:ext cx="1243584" cy="1243584"/>
          </a:xfrm>
          <a:prstGeom prst="ellipse">
            <a:avLst/>
          </a:prstGeom>
        </p:spPr>
        <p:txBody>
          <a:bodyPr/>
          <a:lstStyle>
            <a:lvl1pPr marL="0" indent="0">
              <a:buNone/>
              <a:defRPr sz="1800" baseline="0">
                <a:solidFill>
                  <a:schemeClr val="tx1"/>
                </a:solidFill>
              </a:defRPr>
            </a:lvl1pPr>
          </a:lstStyle>
          <a:p>
            <a:r>
              <a:rPr lang="en-US"/>
              <a:t>1:1 ratio photo</a:t>
            </a:r>
            <a:endParaRPr lang="en-US"/>
          </a:p>
        </p:txBody>
      </p:sp>
      <p:sp>
        <p:nvSpPr>
          <p:cNvPr id="34" name="Text Placeholder 22"/>
          <p:cNvSpPr>
            <a:spLocks noGrp="1"/>
          </p:cNvSpPr>
          <p:nvPr>
            <p:ph type="body" sz="quarter" idx="14"/>
          </p:nvPr>
        </p:nvSpPr>
        <p:spPr>
          <a:xfrm>
            <a:off x="4386327" y="4288888"/>
            <a:ext cx="5807676" cy="749029"/>
          </a:xfrm>
        </p:spPr>
        <p:txBody>
          <a:bodyPr/>
          <a:lstStyle>
            <a:lvl1pPr marL="0" indent="0">
              <a:buNone/>
              <a:defRPr sz="2800">
                <a:solidFill>
                  <a:schemeClr val="tx1"/>
                </a:solidFill>
                <a:latin typeface="Calibri Light" panose="020F0302020204030204" pitchFamily="34" charset="0"/>
                <a:cs typeface="Calibri Light" panose="020F0302020204030204" pitchFamily="34" charset="0"/>
              </a:defRPr>
            </a:lvl1pPr>
            <a:lvl2pPr marL="457200" indent="0">
              <a:buNone/>
              <a:defRPr/>
            </a:lvl2pPr>
          </a:lstStyle>
          <a:p>
            <a:pPr lvl="0"/>
            <a:r>
              <a:rPr lang="en-US"/>
              <a:t>Edit Master text styles</a:t>
            </a:r>
            <a:endParaRPr lang="en-US"/>
          </a:p>
        </p:txBody>
      </p:sp>
      <p:sp>
        <p:nvSpPr>
          <p:cNvPr id="39" name="Text Placeholder 37"/>
          <p:cNvSpPr>
            <a:spLocks noGrp="1"/>
          </p:cNvSpPr>
          <p:nvPr>
            <p:ph type="body" sz="quarter" idx="15" hasCustomPrompt="1"/>
          </p:nvPr>
        </p:nvSpPr>
        <p:spPr>
          <a:xfrm>
            <a:off x="4386327" y="3237154"/>
            <a:ext cx="7006603" cy="1015581"/>
          </a:xfrm>
        </p:spPr>
        <p:txBody>
          <a:bodyPr anchor="b"/>
          <a:lstStyle>
            <a:lvl1pPr marL="0" indent="0">
              <a:buNone/>
              <a:defRPr sz="4400">
                <a:solidFill>
                  <a:schemeClr val="tx1"/>
                </a:solidFill>
                <a:latin typeface="Calibri Light" panose="020F0302020204030204" pitchFamily="34" charset="0"/>
                <a:cs typeface="Calibri Light" panose="020F0302020204030204" pitchFamily="34" charset="0"/>
              </a:defRPr>
            </a:lvl1pPr>
            <a:lvl2pPr marL="457200" indent="0">
              <a:buNone/>
              <a:defRPr/>
            </a:lvl2pPr>
          </a:lstStyle>
          <a:p>
            <a:pPr lvl="0"/>
            <a:r>
              <a:rPr lang="en-US"/>
              <a:t>Click to edit Master title style</a:t>
            </a:r>
            <a:endParaRPr lang="en-US"/>
          </a:p>
        </p:txBody>
      </p:sp>
    </p:spTree>
  </p:cSld>
  <p:clrMapOvr>
    <a:overrideClrMapping bg1="dk1" tx1="lt1" bg2="dk2" tx2="lt2" accent1="accent1" accent2="accent2" accent3="accent3" accent4="accent4" accent5="accent5" accent6="accent6" hlink="hlink" folHlink="folHlink"/>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Title New ">
    <p:spTree>
      <p:nvGrpSpPr>
        <p:cNvPr id="1" name=""/>
        <p:cNvGrpSpPr/>
        <p:nvPr/>
      </p:nvGrpSpPr>
      <p:grpSpPr>
        <a:xfrm>
          <a:off x="0" y="0"/>
          <a:ext cx="0" cy="0"/>
          <a:chOff x="0" y="0"/>
          <a:chExt cx="0" cy="0"/>
        </a:xfrm>
      </p:grpSpPr>
      <p:sp>
        <p:nvSpPr>
          <p:cNvPr id="2" name="Title 1"/>
          <p:cNvSpPr>
            <a:spLocks noGrp="1"/>
          </p:cNvSpPr>
          <p:nvPr>
            <p:ph type="title"/>
          </p:nvPr>
        </p:nvSpPr>
        <p:spPr>
          <a:xfrm>
            <a:off x="381000" y="401915"/>
            <a:ext cx="11430000" cy="379963"/>
          </a:xfrm>
          <a:prstGeom prst="rect">
            <a:avLst/>
          </a:prstGeom>
        </p:spPr>
        <p:txBody>
          <a:bodyPr lIns="0" tIns="0" rIns="0" bIns="0"/>
          <a:lstStyle>
            <a:lvl1pPr>
              <a:defRPr sz="3200" spc="-150">
                <a:solidFill>
                  <a:schemeClr val="accent2"/>
                </a:solidFill>
              </a:defRPr>
            </a:lvl1pPr>
          </a:lstStyle>
          <a:p>
            <a:r>
              <a:rPr lang="en-US"/>
              <a:t>Click to edit Master title style</a:t>
            </a:r>
            <a:endParaRPr lang="en-US"/>
          </a:p>
        </p:txBody>
      </p:sp>
    </p:spTree>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3_Title Blank">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28550" y="22705"/>
            <a:ext cx="11639394" cy="1101213"/>
          </a:xfrm>
        </p:spPr>
        <p:txBody>
          <a:bodyPr/>
          <a:lstStyle>
            <a:lvl1pPr>
              <a:defRPr>
                <a:solidFill>
                  <a:srgbClr val="FF9900"/>
                </a:solidFill>
                <a:latin typeface="Calibri" panose="020F0502020204030204" pitchFamily="34" charset="0"/>
                <a:cs typeface="Calibri" panose="020F0502020204030204" pitchFamily="34" charset="0"/>
              </a:defRPr>
            </a:lvl1pPr>
          </a:lstStyle>
          <a:p>
            <a:r>
              <a:rPr lang="en-US"/>
              <a:t>Click to edit Master title style</a:t>
            </a:r>
            <a:endParaRPr lang="en-US"/>
          </a:p>
        </p:txBody>
      </p:sp>
      <p:sp>
        <p:nvSpPr>
          <p:cNvPr id="3" name="Text Placeholder 6"/>
          <p:cNvSpPr>
            <a:spLocks noGrp="1"/>
          </p:cNvSpPr>
          <p:nvPr>
            <p:ph type="body" sz="quarter" idx="14" hasCustomPrompt="1"/>
          </p:nvPr>
        </p:nvSpPr>
        <p:spPr>
          <a:xfrm>
            <a:off x="0" y="938610"/>
            <a:ext cx="12192000" cy="579664"/>
          </a:xfrm>
        </p:spPr>
        <p:txBody>
          <a:bodyPr>
            <a:noAutofit/>
          </a:bodyPr>
          <a:lstStyle>
            <a:lvl1pPr marL="0" indent="0" algn="ctr">
              <a:buNone/>
              <a:defRPr sz="2600">
                <a:solidFill>
                  <a:schemeClr val="accent3">
                    <a:lumMod val="20000"/>
                    <a:lumOff val="80000"/>
                  </a:schemeClr>
                </a:solidFill>
              </a:defRPr>
            </a:lvl1pPr>
          </a:lstStyle>
          <a:p>
            <a:pPr lvl="0"/>
            <a:r>
              <a:rPr lang="en-US"/>
              <a:t>Subtitle</a:t>
            </a:r>
            <a:endParaRPr lang="en-US"/>
          </a:p>
        </p:txBody>
      </p:sp>
    </p:spTree>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showMasterSp="0" userDrawn="1">
  <p:cSld name="3_Title Slide">
    <p:bg>
      <p:bgPr>
        <a:solidFill>
          <a:srgbClr val="FF9E16"/>
        </a:solidFill>
        <a:effectLst/>
      </p:bgPr>
    </p:bg>
    <p:spTree>
      <p:nvGrpSpPr>
        <p:cNvPr id="1" name=""/>
        <p:cNvGrpSpPr/>
        <p:nvPr/>
      </p:nvGrpSpPr>
      <p:grpSpPr>
        <a:xfrm>
          <a:off x="0" y="0"/>
          <a:ext cx="0" cy="0"/>
          <a:chOff x="0" y="0"/>
          <a:chExt cx="0" cy="0"/>
        </a:xfrm>
      </p:grpSpPr>
      <p:sp>
        <p:nvSpPr>
          <p:cNvPr id="24" name="Title 1"/>
          <p:cNvSpPr>
            <a:spLocks noGrp="1"/>
          </p:cNvSpPr>
          <p:nvPr>
            <p:ph type="ctrTitle" hasCustomPrompt="1"/>
          </p:nvPr>
        </p:nvSpPr>
        <p:spPr>
          <a:xfrm>
            <a:off x="1524000" y="1092222"/>
            <a:ext cx="9144000" cy="2299052"/>
          </a:xfrm>
        </p:spPr>
        <p:txBody>
          <a:bodyPr anchor="b"/>
          <a:lstStyle>
            <a:lvl1pPr algn="ctr">
              <a:lnSpc>
                <a:spcPct val="80000"/>
              </a:lnSpc>
              <a:defRPr sz="6000">
                <a:solidFill>
                  <a:schemeClr val="bg1"/>
                </a:solidFill>
              </a:defRPr>
            </a:lvl1pPr>
          </a:lstStyle>
          <a:p>
            <a:r>
              <a:rPr lang="en-US"/>
              <a:t>Presentation Title</a:t>
            </a:r>
            <a:endParaRPr lang="en-US"/>
          </a:p>
        </p:txBody>
      </p:sp>
      <p:sp>
        <p:nvSpPr>
          <p:cNvPr id="25" name="Subtitle 2"/>
          <p:cNvSpPr>
            <a:spLocks noGrp="1"/>
          </p:cNvSpPr>
          <p:nvPr>
            <p:ph type="subTitle" idx="1" hasCustomPrompt="1"/>
          </p:nvPr>
        </p:nvSpPr>
        <p:spPr>
          <a:xfrm>
            <a:off x="805543" y="3391274"/>
            <a:ext cx="10580914" cy="892630"/>
          </a:xfrm>
        </p:spPr>
        <p:txBody>
          <a:bodyPr>
            <a:normAutofit/>
          </a:bodyPr>
          <a:lstStyle>
            <a:lvl1pPr marL="0" indent="0" algn="ctr">
              <a:lnSpc>
                <a:spcPct val="80000"/>
              </a:lnSpc>
              <a:buNone/>
              <a:defRPr sz="4000">
                <a:solidFill>
                  <a:schemeClr val="tx2">
                    <a:lumMod val="20000"/>
                    <a:lumOff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grpSp>
        <p:nvGrpSpPr>
          <p:cNvPr id="26" name="Group 13"/>
          <p:cNvGrpSpPr>
            <a:grpSpLocks noChangeAspect="1"/>
          </p:cNvGrpSpPr>
          <p:nvPr userDrawn="1"/>
        </p:nvGrpSpPr>
        <p:grpSpPr bwMode="auto">
          <a:xfrm>
            <a:off x="4879767" y="5158664"/>
            <a:ext cx="2432467" cy="564197"/>
            <a:chOff x="0" y="1492"/>
            <a:chExt cx="5760" cy="1336"/>
          </a:xfrm>
          <a:solidFill>
            <a:schemeClr val="bg1"/>
          </a:solidFill>
        </p:grpSpPr>
        <p:sp>
          <p:nvSpPr>
            <p:cNvPr id="27" name="Freeform 14"/>
            <p:cNvSpPr/>
            <p:nvPr userDrawn="1"/>
          </p:nvSpPr>
          <p:spPr bwMode="auto">
            <a:xfrm>
              <a:off x="3518" y="1664"/>
              <a:ext cx="1165" cy="1164"/>
            </a:xfrm>
            <a:custGeom>
              <a:avLst/>
              <a:gdLst>
                <a:gd name="T0" fmla="*/ 265 w 265"/>
                <a:gd name="T1" fmla="*/ 0 h 264"/>
                <a:gd name="T2" fmla="*/ 215 w 265"/>
                <a:gd name="T3" fmla="*/ 0 h 264"/>
                <a:gd name="T4" fmla="*/ 132 w 265"/>
                <a:gd name="T5" fmla="*/ 166 h 264"/>
                <a:gd name="T6" fmla="*/ 49 w 265"/>
                <a:gd name="T7" fmla="*/ 0 h 264"/>
                <a:gd name="T8" fmla="*/ 0 w 265"/>
                <a:gd name="T9" fmla="*/ 0 h 264"/>
                <a:gd name="T10" fmla="*/ 132 w 265"/>
                <a:gd name="T11" fmla="*/ 264 h 264"/>
                <a:gd name="T12" fmla="*/ 265 w 265"/>
                <a:gd name="T13" fmla="*/ 0 h 264"/>
              </a:gdLst>
              <a:ahLst/>
              <a:cxnLst>
                <a:cxn ang="0">
                  <a:pos x="T0" y="T1"/>
                </a:cxn>
                <a:cxn ang="0">
                  <a:pos x="T2" y="T3"/>
                </a:cxn>
                <a:cxn ang="0">
                  <a:pos x="T4" y="T5"/>
                </a:cxn>
                <a:cxn ang="0">
                  <a:pos x="T6" y="T7"/>
                </a:cxn>
                <a:cxn ang="0">
                  <a:pos x="T8" y="T9"/>
                </a:cxn>
                <a:cxn ang="0">
                  <a:pos x="T10" y="T11"/>
                </a:cxn>
                <a:cxn ang="0">
                  <a:pos x="T12" y="T13"/>
                </a:cxn>
              </a:cxnLst>
              <a:rect l="0" t="0" r="r" b="b"/>
              <a:pathLst>
                <a:path w="265" h="264">
                  <a:moveTo>
                    <a:pt x="265" y="0"/>
                  </a:moveTo>
                  <a:cubicBezTo>
                    <a:pt x="215" y="0"/>
                    <a:pt x="215" y="0"/>
                    <a:pt x="215" y="0"/>
                  </a:cubicBezTo>
                  <a:cubicBezTo>
                    <a:pt x="132" y="166"/>
                    <a:pt x="132" y="166"/>
                    <a:pt x="132" y="166"/>
                  </a:cubicBezTo>
                  <a:cubicBezTo>
                    <a:pt x="49" y="0"/>
                    <a:pt x="49" y="0"/>
                    <a:pt x="49" y="0"/>
                  </a:cubicBezTo>
                  <a:cubicBezTo>
                    <a:pt x="0" y="0"/>
                    <a:pt x="0" y="0"/>
                    <a:pt x="0" y="0"/>
                  </a:cubicBezTo>
                  <a:cubicBezTo>
                    <a:pt x="53" y="104"/>
                    <a:pt x="132" y="264"/>
                    <a:pt x="132" y="264"/>
                  </a:cubicBezTo>
                  <a:lnTo>
                    <a:pt x="265" y="0"/>
                  </a:lnTo>
                  <a:close/>
                </a:path>
              </a:pathLst>
            </a:custGeom>
            <a:grpFill/>
            <a:ln>
              <a:noFill/>
            </a:ln>
          </p:spPr>
          <p:txBody>
            <a:bodyPr vert="horz" wrap="square" lIns="91440" tIns="45720" rIns="91440" bIns="45720" numCol="1" anchor="t" anchorCtr="0" compatLnSpc="1"/>
            <a:lstStyle/>
            <a:p>
              <a:pPr>
                <a:buClr>
                  <a:srgbClr val="000000"/>
                </a:buClr>
                <a:buFont typeface="Arial" panose="020B0604020202090204"/>
                <a:buNone/>
              </a:pPr>
              <a:endParaRPr lang="en-US" sz="1400" kern="0">
                <a:solidFill>
                  <a:srgbClr val="000000"/>
                </a:solidFill>
                <a:latin typeface="Arial" panose="020B0604020202090204"/>
                <a:ea typeface="Arial" panose="020B0604020202090204"/>
                <a:cs typeface="Arial" panose="020B0604020202090204"/>
                <a:sym typeface="Arial" panose="020B0604020202090204"/>
              </a:endParaRPr>
            </a:p>
          </p:txBody>
        </p:sp>
        <p:sp>
          <p:nvSpPr>
            <p:cNvPr id="28" name="Freeform 15"/>
            <p:cNvSpPr>
              <a:spLocks noEditPoints="1"/>
            </p:cNvSpPr>
            <p:nvPr userDrawn="1"/>
          </p:nvSpPr>
          <p:spPr bwMode="auto">
            <a:xfrm>
              <a:off x="2440" y="1651"/>
              <a:ext cx="1130" cy="1137"/>
            </a:xfrm>
            <a:custGeom>
              <a:avLst/>
              <a:gdLst>
                <a:gd name="T0" fmla="*/ 128 w 257"/>
                <a:gd name="T1" fmla="*/ 42 h 258"/>
                <a:gd name="T2" fmla="*/ 213 w 257"/>
                <a:gd name="T3" fmla="*/ 108 h 258"/>
                <a:gd name="T4" fmla="*/ 44 w 257"/>
                <a:gd name="T5" fmla="*/ 108 h 258"/>
                <a:gd name="T6" fmla="*/ 128 w 257"/>
                <a:gd name="T7" fmla="*/ 42 h 258"/>
                <a:gd name="T8" fmla="*/ 128 w 257"/>
                <a:gd name="T9" fmla="*/ 216 h 258"/>
                <a:gd name="T10" fmla="*/ 44 w 257"/>
                <a:gd name="T11" fmla="*/ 150 h 258"/>
                <a:gd name="T12" fmla="*/ 257 w 257"/>
                <a:gd name="T13" fmla="*/ 150 h 258"/>
                <a:gd name="T14" fmla="*/ 257 w 257"/>
                <a:gd name="T15" fmla="*/ 129 h 258"/>
                <a:gd name="T16" fmla="*/ 128 w 257"/>
                <a:gd name="T17" fmla="*/ 0 h 258"/>
                <a:gd name="T18" fmla="*/ 0 w 257"/>
                <a:gd name="T19" fmla="*/ 129 h 258"/>
                <a:gd name="T20" fmla="*/ 128 w 257"/>
                <a:gd name="T21" fmla="*/ 258 h 258"/>
                <a:gd name="T22" fmla="*/ 243 w 257"/>
                <a:gd name="T23" fmla="*/ 189 h 258"/>
                <a:gd name="T24" fmla="*/ 191 w 257"/>
                <a:gd name="T25" fmla="*/ 189 h 258"/>
                <a:gd name="T26" fmla="*/ 128 w 257"/>
                <a:gd name="T27" fmla="*/ 216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7" h="258">
                  <a:moveTo>
                    <a:pt x="128" y="42"/>
                  </a:moveTo>
                  <a:cubicBezTo>
                    <a:pt x="169" y="42"/>
                    <a:pt x="204" y="70"/>
                    <a:pt x="213" y="108"/>
                  </a:cubicBezTo>
                  <a:cubicBezTo>
                    <a:pt x="44" y="108"/>
                    <a:pt x="44" y="108"/>
                    <a:pt x="44" y="108"/>
                  </a:cubicBezTo>
                  <a:cubicBezTo>
                    <a:pt x="53" y="70"/>
                    <a:pt x="88" y="42"/>
                    <a:pt x="128" y="42"/>
                  </a:cubicBezTo>
                  <a:moveTo>
                    <a:pt x="128" y="216"/>
                  </a:moveTo>
                  <a:cubicBezTo>
                    <a:pt x="88" y="216"/>
                    <a:pt x="53" y="188"/>
                    <a:pt x="44" y="150"/>
                  </a:cubicBezTo>
                  <a:cubicBezTo>
                    <a:pt x="257" y="150"/>
                    <a:pt x="257" y="150"/>
                    <a:pt x="257" y="150"/>
                  </a:cubicBezTo>
                  <a:cubicBezTo>
                    <a:pt x="257" y="129"/>
                    <a:pt x="257" y="129"/>
                    <a:pt x="257" y="129"/>
                  </a:cubicBezTo>
                  <a:cubicBezTo>
                    <a:pt x="257" y="58"/>
                    <a:pt x="200" y="0"/>
                    <a:pt x="128" y="0"/>
                  </a:cubicBezTo>
                  <a:cubicBezTo>
                    <a:pt x="57" y="0"/>
                    <a:pt x="0" y="58"/>
                    <a:pt x="0" y="129"/>
                  </a:cubicBezTo>
                  <a:cubicBezTo>
                    <a:pt x="0" y="200"/>
                    <a:pt x="57" y="258"/>
                    <a:pt x="128" y="258"/>
                  </a:cubicBezTo>
                  <a:cubicBezTo>
                    <a:pt x="177" y="258"/>
                    <a:pt x="221" y="231"/>
                    <a:pt x="243" y="189"/>
                  </a:cubicBezTo>
                  <a:cubicBezTo>
                    <a:pt x="191" y="189"/>
                    <a:pt x="191" y="189"/>
                    <a:pt x="191" y="189"/>
                  </a:cubicBezTo>
                  <a:cubicBezTo>
                    <a:pt x="175" y="206"/>
                    <a:pt x="153" y="216"/>
                    <a:pt x="128" y="216"/>
                  </a:cubicBezTo>
                </a:path>
              </a:pathLst>
            </a:custGeom>
            <a:grpFill/>
            <a:ln>
              <a:noFill/>
            </a:ln>
          </p:spPr>
          <p:txBody>
            <a:bodyPr vert="horz" wrap="square" lIns="91440" tIns="45720" rIns="91440" bIns="45720" numCol="1" anchor="t" anchorCtr="0" compatLnSpc="1"/>
            <a:lstStyle/>
            <a:p>
              <a:pPr>
                <a:buClr>
                  <a:srgbClr val="000000"/>
                </a:buClr>
                <a:buFont typeface="Arial" panose="020B0604020202090204"/>
                <a:buNone/>
              </a:pPr>
              <a:endParaRPr lang="en-US" sz="1400" kern="0">
                <a:solidFill>
                  <a:srgbClr val="000000"/>
                </a:solidFill>
                <a:latin typeface="Arial" panose="020B0604020202090204"/>
                <a:ea typeface="Arial" panose="020B0604020202090204"/>
                <a:cs typeface="Arial" panose="020B0604020202090204"/>
                <a:sym typeface="Arial" panose="020B0604020202090204"/>
              </a:endParaRPr>
            </a:p>
          </p:txBody>
        </p:sp>
        <p:sp>
          <p:nvSpPr>
            <p:cNvPr id="29" name="Freeform 16"/>
            <p:cNvSpPr>
              <a:spLocks noEditPoints="1"/>
            </p:cNvSpPr>
            <p:nvPr userDrawn="1"/>
          </p:nvSpPr>
          <p:spPr bwMode="auto">
            <a:xfrm>
              <a:off x="4626" y="1655"/>
              <a:ext cx="1134" cy="1138"/>
            </a:xfrm>
            <a:custGeom>
              <a:avLst/>
              <a:gdLst>
                <a:gd name="T0" fmla="*/ 129 w 258"/>
                <a:gd name="T1" fmla="*/ 216 h 258"/>
                <a:gd name="T2" fmla="*/ 42 w 258"/>
                <a:gd name="T3" fmla="*/ 129 h 258"/>
                <a:gd name="T4" fmla="*/ 129 w 258"/>
                <a:gd name="T5" fmla="*/ 42 h 258"/>
                <a:gd name="T6" fmla="*/ 216 w 258"/>
                <a:gd name="T7" fmla="*/ 128 h 258"/>
                <a:gd name="T8" fmla="*/ 216 w 258"/>
                <a:gd name="T9" fmla="*/ 131 h 258"/>
                <a:gd name="T10" fmla="*/ 129 w 258"/>
                <a:gd name="T11" fmla="*/ 216 h 258"/>
                <a:gd name="T12" fmla="*/ 258 w 258"/>
                <a:gd name="T13" fmla="*/ 129 h 258"/>
                <a:gd name="T14" fmla="*/ 258 w 258"/>
                <a:gd name="T15" fmla="*/ 128 h 258"/>
                <a:gd name="T16" fmla="*/ 258 w 258"/>
                <a:gd name="T17" fmla="*/ 3 h 258"/>
                <a:gd name="T18" fmla="*/ 216 w 258"/>
                <a:gd name="T19" fmla="*/ 3 h 258"/>
                <a:gd name="T20" fmla="*/ 216 w 258"/>
                <a:gd name="T21" fmla="*/ 34 h 258"/>
                <a:gd name="T22" fmla="*/ 129 w 258"/>
                <a:gd name="T23" fmla="*/ 0 h 258"/>
                <a:gd name="T24" fmla="*/ 0 w 258"/>
                <a:gd name="T25" fmla="*/ 129 h 258"/>
                <a:gd name="T26" fmla="*/ 129 w 258"/>
                <a:gd name="T27" fmla="*/ 258 h 258"/>
                <a:gd name="T28" fmla="*/ 216 w 258"/>
                <a:gd name="T29" fmla="*/ 224 h 258"/>
                <a:gd name="T30" fmla="*/ 216 w 258"/>
                <a:gd name="T31" fmla="*/ 256 h 258"/>
                <a:gd name="T32" fmla="*/ 258 w 258"/>
                <a:gd name="T33" fmla="*/ 256 h 258"/>
                <a:gd name="T34" fmla="*/ 258 w 258"/>
                <a:gd name="T35" fmla="*/ 131 h 258"/>
                <a:gd name="T36" fmla="*/ 258 w 258"/>
                <a:gd name="T37" fmla="*/ 129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8" h="258">
                  <a:moveTo>
                    <a:pt x="129" y="216"/>
                  </a:moveTo>
                  <a:cubicBezTo>
                    <a:pt x="81" y="216"/>
                    <a:pt x="42" y="177"/>
                    <a:pt x="42" y="129"/>
                  </a:cubicBezTo>
                  <a:cubicBezTo>
                    <a:pt x="42" y="81"/>
                    <a:pt x="81" y="42"/>
                    <a:pt x="129" y="42"/>
                  </a:cubicBezTo>
                  <a:cubicBezTo>
                    <a:pt x="176" y="42"/>
                    <a:pt x="215" y="80"/>
                    <a:pt x="216" y="128"/>
                  </a:cubicBezTo>
                  <a:cubicBezTo>
                    <a:pt x="216" y="131"/>
                    <a:pt x="216" y="131"/>
                    <a:pt x="216" y="131"/>
                  </a:cubicBezTo>
                  <a:cubicBezTo>
                    <a:pt x="215" y="178"/>
                    <a:pt x="176" y="216"/>
                    <a:pt x="129" y="216"/>
                  </a:cubicBezTo>
                  <a:moveTo>
                    <a:pt x="258" y="129"/>
                  </a:moveTo>
                  <a:cubicBezTo>
                    <a:pt x="258" y="129"/>
                    <a:pt x="258" y="128"/>
                    <a:pt x="258" y="128"/>
                  </a:cubicBezTo>
                  <a:cubicBezTo>
                    <a:pt x="258" y="3"/>
                    <a:pt x="258" y="3"/>
                    <a:pt x="258" y="3"/>
                  </a:cubicBezTo>
                  <a:cubicBezTo>
                    <a:pt x="216" y="3"/>
                    <a:pt x="216" y="3"/>
                    <a:pt x="216" y="3"/>
                  </a:cubicBezTo>
                  <a:cubicBezTo>
                    <a:pt x="216" y="34"/>
                    <a:pt x="216" y="34"/>
                    <a:pt x="216" y="34"/>
                  </a:cubicBezTo>
                  <a:cubicBezTo>
                    <a:pt x="193" y="13"/>
                    <a:pt x="162" y="0"/>
                    <a:pt x="129" y="0"/>
                  </a:cubicBezTo>
                  <a:cubicBezTo>
                    <a:pt x="58" y="0"/>
                    <a:pt x="0" y="58"/>
                    <a:pt x="0" y="129"/>
                  </a:cubicBezTo>
                  <a:cubicBezTo>
                    <a:pt x="0" y="200"/>
                    <a:pt x="58" y="258"/>
                    <a:pt x="129" y="258"/>
                  </a:cubicBezTo>
                  <a:cubicBezTo>
                    <a:pt x="162" y="258"/>
                    <a:pt x="193" y="245"/>
                    <a:pt x="216" y="224"/>
                  </a:cubicBezTo>
                  <a:cubicBezTo>
                    <a:pt x="216" y="256"/>
                    <a:pt x="216" y="256"/>
                    <a:pt x="216" y="256"/>
                  </a:cubicBezTo>
                  <a:cubicBezTo>
                    <a:pt x="258" y="256"/>
                    <a:pt x="258" y="256"/>
                    <a:pt x="258" y="256"/>
                  </a:cubicBezTo>
                  <a:cubicBezTo>
                    <a:pt x="258" y="131"/>
                    <a:pt x="258" y="131"/>
                    <a:pt x="258" y="131"/>
                  </a:cubicBezTo>
                  <a:cubicBezTo>
                    <a:pt x="258" y="130"/>
                    <a:pt x="258" y="130"/>
                    <a:pt x="258" y="129"/>
                  </a:cubicBezTo>
                </a:path>
              </a:pathLst>
            </a:custGeom>
            <a:grpFill/>
            <a:ln>
              <a:noFill/>
            </a:ln>
          </p:spPr>
          <p:txBody>
            <a:bodyPr vert="horz" wrap="square" lIns="91440" tIns="45720" rIns="91440" bIns="45720" numCol="1" anchor="t" anchorCtr="0" compatLnSpc="1"/>
            <a:lstStyle/>
            <a:p>
              <a:pPr>
                <a:buClr>
                  <a:srgbClr val="000000"/>
                </a:buClr>
                <a:buFont typeface="Arial" panose="020B0604020202090204"/>
                <a:buNone/>
              </a:pPr>
              <a:endParaRPr lang="en-US" sz="1400" kern="0">
                <a:solidFill>
                  <a:srgbClr val="000000"/>
                </a:solidFill>
                <a:latin typeface="Arial" panose="020B0604020202090204"/>
                <a:ea typeface="Arial" panose="020B0604020202090204"/>
                <a:cs typeface="Arial" panose="020B0604020202090204"/>
                <a:sym typeface="Arial" panose="020B0604020202090204"/>
              </a:endParaRPr>
            </a:p>
          </p:txBody>
        </p:sp>
        <p:sp>
          <p:nvSpPr>
            <p:cNvPr id="30" name="Freeform 17"/>
            <p:cNvSpPr>
              <a:spLocks noEditPoints="1"/>
            </p:cNvSpPr>
            <p:nvPr userDrawn="1"/>
          </p:nvSpPr>
          <p:spPr bwMode="auto">
            <a:xfrm>
              <a:off x="1183" y="1651"/>
              <a:ext cx="1130" cy="1137"/>
            </a:xfrm>
            <a:custGeom>
              <a:avLst/>
              <a:gdLst>
                <a:gd name="T0" fmla="*/ 129 w 257"/>
                <a:gd name="T1" fmla="*/ 42 h 258"/>
                <a:gd name="T2" fmla="*/ 213 w 257"/>
                <a:gd name="T3" fmla="*/ 108 h 258"/>
                <a:gd name="T4" fmla="*/ 44 w 257"/>
                <a:gd name="T5" fmla="*/ 108 h 258"/>
                <a:gd name="T6" fmla="*/ 129 w 257"/>
                <a:gd name="T7" fmla="*/ 42 h 258"/>
                <a:gd name="T8" fmla="*/ 129 w 257"/>
                <a:gd name="T9" fmla="*/ 216 h 258"/>
                <a:gd name="T10" fmla="*/ 44 w 257"/>
                <a:gd name="T11" fmla="*/ 150 h 258"/>
                <a:gd name="T12" fmla="*/ 257 w 257"/>
                <a:gd name="T13" fmla="*/ 150 h 258"/>
                <a:gd name="T14" fmla="*/ 257 w 257"/>
                <a:gd name="T15" fmla="*/ 129 h 258"/>
                <a:gd name="T16" fmla="*/ 129 w 257"/>
                <a:gd name="T17" fmla="*/ 0 h 258"/>
                <a:gd name="T18" fmla="*/ 0 w 257"/>
                <a:gd name="T19" fmla="*/ 129 h 258"/>
                <a:gd name="T20" fmla="*/ 129 w 257"/>
                <a:gd name="T21" fmla="*/ 258 h 258"/>
                <a:gd name="T22" fmla="*/ 243 w 257"/>
                <a:gd name="T23" fmla="*/ 189 h 258"/>
                <a:gd name="T24" fmla="*/ 191 w 257"/>
                <a:gd name="T25" fmla="*/ 189 h 258"/>
                <a:gd name="T26" fmla="*/ 129 w 257"/>
                <a:gd name="T27" fmla="*/ 216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7" h="258">
                  <a:moveTo>
                    <a:pt x="129" y="42"/>
                  </a:moveTo>
                  <a:cubicBezTo>
                    <a:pt x="169" y="42"/>
                    <a:pt x="204" y="70"/>
                    <a:pt x="213" y="108"/>
                  </a:cubicBezTo>
                  <a:cubicBezTo>
                    <a:pt x="44" y="108"/>
                    <a:pt x="44" y="108"/>
                    <a:pt x="44" y="108"/>
                  </a:cubicBezTo>
                  <a:cubicBezTo>
                    <a:pt x="53" y="70"/>
                    <a:pt x="88" y="42"/>
                    <a:pt x="129" y="42"/>
                  </a:cubicBezTo>
                  <a:moveTo>
                    <a:pt x="129" y="216"/>
                  </a:moveTo>
                  <a:cubicBezTo>
                    <a:pt x="88" y="216"/>
                    <a:pt x="53" y="188"/>
                    <a:pt x="44" y="150"/>
                  </a:cubicBezTo>
                  <a:cubicBezTo>
                    <a:pt x="257" y="150"/>
                    <a:pt x="257" y="150"/>
                    <a:pt x="257" y="150"/>
                  </a:cubicBezTo>
                  <a:cubicBezTo>
                    <a:pt x="257" y="129"/>
                    <a:pt x="257" y="129"/>
                    <a:pt x="257" y="129"/>
                  </a:cubicBezTo>
                  <a:cubicBezTo>
                    <a:pt x="257" y="58"/>
                    <a:pt x="200" y="0"/>
                    <a:pt x="129" y="0"/>
                  </a:cubicBezTo>
                  <a:cubicBezTo>
                    <a:pt x="57" y="0"/>
                    <a:pt x="0" y="58"/>
                    <a:pt x="0" y="129"/>
                  </a:cubicBezTo>
                  <a:cubicBezTo>
                    <a:pt x="0" y="200"/>
                    <a:pt x="57" y="258"/>
                    <a:pt x="129" y="258"/>
                  </a:cubicBezTo>
                  <a:cubicBezTo>
                    <a:pt x="177" y="258"/>
                    <a:pt x="221" y="231"/>
                    <a:pt x="243" y="189"/>
                  </a:cubicBezTo>
                  <a:cubicBezTo>
                    <a:pt x="191" y="189"/>
                    <a:pt x="191" y="189"/>
                    <a:pt x="191" y="189"/>
                  </a:cubicBezTo>
                  <a:cubicBezTo>
                    <a:pt x="175" y="206"/>
                    <a:pt x="153" y="216"/>
                    <a:pt x="129" y="216"/>
                  </a:cubicBezTo>
                </a:path>
              </a:pathLst>
            </a:custGeom>
            <a:grpFill/>
            <a:ln>
              <a:noFill/>
            </a:ln>
          </p:spPr>
          <p:txBody>
            <a:bodyPr vert="horz" wrap="square" lIns="91440" tIns="45720" rIns="91440" bIns="45720" numCol="1" anchor="t" anchorCtr="0" compatLnSpc="1"/>
            <a:lstStyle/>
            <a:p>
              <a:pPr>
                <a:buClr>
                  <a:srgbClr val="000000"/>
                </a:buClr>
                <a:buFont typeface="Arial" panose="020B0604020202090204"/>
                <a:buNone/>
              </a:pPr>
              <a:endParaRPr lang="en-US" sz="1400" kern="0">
                <a:solidFill>
                  <a:srgbClr val="000000"/>
                </a:solidFill>
                <a:latin typeface="Arial" panose="020B0604020202090204"/>
                <a:ea typeface="Arial" panose="020B0604020202090204"/>
                <a:cs typeface="Arial" panose="020B0604020202090204"/>
                <a:sym typeface="Arial" panose="020B0604020202090204"/>
              </a:endParaRPr>
            </a:p>
          </p:txBody>
        </p:sp>
        <p:sp>
          <p:nvSpPr>
            <p:cNvPr id="31" name="Freeform 18"/>
            <p:cNvSpPr/>
            <p:nvPr userDrawn="1"/>
          </p:nvSpPr>
          <p:spPr bwMode="auto">
            <a:xfrm>
              <a:off x="0" y="1492"/>
              <a:ext cx="1315" cy="1336"/>
            </a:xfrm>
            <a:custGeom>
              <a:avLst/>
              <a:gdLst>
                <a:gd name="T0" fmla="*/ 0 w 1315"/>
                <a:gd name="T1" fmla="*/ 0 h 1336"/>
                <a:gd name="T2" fmla="*/ 229 w 1315"/>
                <a:gd name="T3" fmla="*/ 0 h 1336"/>
                <a:gd name="T4" fmla="*/ 659 w 1315"/>
                <a:gd name="T5" fmla="*/ 873 h 1336"/>
                <a:gd name="T6" fmla="*/ 1090 w 1315"/>
                <a:gd name="T7" fmla="*/ 0 h 1336"/>
                <a:gd name="T8" fmla="*/ 1315 w 1315"/>
                <a:gd name="T9" fmla="*/ 0 h 1336"/>
                <a:gd name="T10" fmla="*/ 659 w 1315"/>
                <a:gd name="T11" fmla="*/ 1336 h 1336"/>
                <a:gd name="T12" fmla="*/ 0 w 1315"/>
                <a:gd name="T13" fmla="*/ 0 h 1336"/>
              </a:gdLst>
              <a:ahLst/>
              <a:cxnLst>
                <a:cxn ang="0">
                  <a:pos x="T0" y="T1"/>
                </a:cxn>
                <a:cxn ang="0">
                  <a:pos x="T2" y="T3"/>
                </a:cxn>
                <a:cxn ang="0">
                  <a:pos x="T4" y="T5"/>
                </a:cxn>
                <a:cxn ang="0">
                  <a:pos x="T6" y="T7"/>
                </a:cxn>
                <a:cxn ang="0">
                  <a:pos x="T8" y="T9"/>
                </a:cxn>
                <a:cxn ang="0">
                  <a:pos x="T10" y="T11"/>
                </a:cxn>
                <a:cxn ang="0">
                  <a:pos x="T12" y="T13"/>
                </a:cxn>
              </a:cxnLst>
              <a:rect l="0" t="0" r="r" b="b"/>
              <a:pathLst>
                <a:path w="1315" h="1336">
                  <a:moveTo>
                    <a:pt x="0" y="0"/>
                  </a:moveTo>
                  <a:lnTo>
                    <a:pt x="229" y="0"/>
                  </a:lnTo>
                  <a:lnTo>
                    <a:pt x="659" y="873"/>
                  </a:lnTo>
                  <a:lnTo>
                    <a:pt x="1090" y="0"/>
                  </a:lnTo>
                  <a:lnTo>
                    <a:pt x="1315" y="0"/>
                  </a:lnTo>
                  <a:lnTo>
                    <a:pt x="659" y="1336"/>
                  </a:lnTo>
                  <a:lnTo>
                    <a:pt x="0" y="0"/>
                  </a:lnTo>
                  <a:close/>
                </a:path>
              </a:pathLst>
            </a:custGeom>
            <a:grpFill/>
            <a:ln>
              <a:noFill/>
            </a:ln>
          </p:spPr>
          <p:txBody>
            <a:bodyPr vert="horz" wrap="square" lIns="91440" tIns="45720" rIns="91440" bIns="45720" numCol="1" anchor="t" anchorCtr="0" compatLnSpc="1"/>
            <a:lstStyle/>
            <a:p>
              <a:pPr>
                <a:buClr>
                  <a:srgbClr val="000000"/>
                </a:buClr>
                <a:buFont typeface="Arial" panose="020B0604020202090204"/>
                <a:buNone/>
              </a:pPr>
              <a:endParaRPr lang="en-US" sz="1400" kern="0">
                <a:solidFill>
                  <a:srgbClr val="000000"/>
                </a:solidFill>
                <a:latin typeface="Arial" panose="020B0604020202090204"/>
                <a:ea typeface="Arial" panose="020B0604020202090204"/>
                <a:cs typeface="Arial" panose="020B0604020202090204"/>
                <a:sym typeface="Arial" panose="020B0604020202090204"/>
              </a:endParaRPr>
            </a:p>
          </p:txBody>
        </p:sp>
        <p:sp>
          <p:nvSpPr>
            <p:cNvPr id="32" name="Freeform 19"/>
            <p:cNvSpPr/>
            <p:nvPr userDrawn="1"/>
          </p:nvSpPr>
          <p:spPr bwMode="auto">
            <a:xfrm>
              <a:off x="360" y="1492"/>
              <a:ext cx="594" cy="595"/>
            </a:xfrm>
            <a:custGeom>
              <a:avLst/>
              <a:gdLst>
                <a:gd name="T0" fmla="*/ 0 w 135"/>
                <a:gd name="T1" fmla="*/ 0 h 135"/>
                <a:gd name="T2" fmla="*/ 68 w 135"/>
                <a:gd name="T3" fmla="*/ 135 h 135"/>
                <a:gd name="T4" fmla="*/ 135 w 135"/>
                <a:gd name="T5" fmla="*/ 0 h 135"/>
                <a:gd name="T6" fmla="*/ 0 w 135"/>
                <a:gd name="T7" fmla="*/ 0 h 135"/>
              </a:gdLst>
              <a:ahLst/>
              <a:cxnLst>
                <a:cxn ang="0">
                  <a:pos x="T0" y="T1"/>
                </a:cxn>
                <a:cxn ang="0">
                  <a:pos x="T2" y="T3"/>
                </a:cxn>
                <a:cxn ang="0">
                  <a:pos x="T4" y="T5"/>
                </a:cxn>
                <a:cxn ang="0">
                  <a:pos x="T6" y="T7"/>
                </a:cxn>
              </a:cxnLst>
              <a:rect l="0" t="0" r="r" b="b"/>
              <a:pathLst>
                <a:path w="135" h="135">
                  <a:moveTo>
                    <a:pt x="0" y="0"/>
                  </a:moveTo>
                  <a:cubicBezTo>
                    <a:pt x="68" y="135"/>
                    <a:pt x="68" y="135"/>
                    <a:pt x="68" y="135"/>
                  </a:cubicBezTo>
                  <a:cubicBezTo>
                    <a:pt x="135" y="0"/>
                    <a:pt x="135" y="0"/>
                    <a:pt x="135" y="0"/>
                  </a:cubicBezTo>
                  <a:cubicBezTo>
                    <a:pt x="135" y="0"/>
                    <a:pt x="0" y="0"/>
                    <a:pt x="0" y="0"/>
                  </a:cubicBezTo>
                </a:path>
              </a:pathLst>
            </a:custGeom>
            <a:grpFill/>
            <a:ln>
              <a:noFill/>
            </a:ln>
          </p:spPr>
          <p:txBody>
            <a:bodyPr vert="horz" wrap="square" lIns="91440" tIns="45720" rIns="91440" bIns="45720" numCol="1" anchor="t" anchorCtr="0" compatLnSpc="1"/>
            <a:lstStyle/>
            <a:p>
              <a:pPr>
                <a:buClr>
                  <a:srgbClr val="000000"/>
                </a:buClr>
                <a:buFont typeface="Arial" panose="020B0604020202090204"/>
                <a:buNone/>
              </a:pPr>
              <a:endParaRPr lang="en-US" sz="1400" kern="0">
                <a:solidFill>
                  <a:srgbClr val="000000"/>
                </a:solidFill>
                <a:latin typeface="Arial" panose="020B0604020202090204"/>
                <a:ea typeface="Arial" panose="020B0604020202090204"/>
                <a:cs typeface="Arial" panose="020B0604020202090204"/>
                <a:sym typeface="Arial" panose="020B0604020202090204"/>
              </a:endParaRPr>
            </a:p>
          </p:txBody>
        </p:sp>
      </p:grpSp>
    </p:spTree>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userDrawn="1">
  <p:cSld name="1_Custom Layout">
    <p:bg>
      <p:bgRef idx="1001">
        <a:schemeClr val="bg2"/>
      </p:bgRef>
    </p:bg>
    <p:spTree>
      <p:nvGrpSpPr>
        <p:cNvPr id="1" name=""/>
        <p:cNvGrpSpPr/>
        <p:nvPr/>
      </p:nvGrpSpPr>
      <p:grpSpPr>
        <a:xfrm>
          <a:off x="0" y="0"/>
          <a:ext cx="0" cy="0"/>
          <a:chOff x="0" y="0"/>
          <a:chExt cx="0" cy="0"/>
        </a:xfrm>
      </p:grpSpPr>
      <p:grpSp>
        <p:nvGrpSpPr>
          <p:cNvPr id="9" name="Group 4"/>
          <p:cNvGrpSpPr>
            <a:grpSpLocks noChangeAspect="1"/>
          </p:cNvGrpSpPr>
          <p:nvPr userDrawn="1"/>
        </p:nvGrpSpPr>
        <p:grpSpPr bwMode="auto">
          <a:xfrm>
            <a:off x="5579537" y="6394621"/>
            <a:ext cx="1032926" cy="241526"/>
            <a:chOff x="2556" y="1860"/>
            <a:chExt cx="2566" cy="600"/>
          </a:xfrm>
        </p:grpSpPr>
        <p:sp>
          <p:nvSpPr>
            <p:cNvPr id="10" name="AutoShape 3"/>
            <p:cNvSpPr>
              <a:spLocks noChangeAspect="1" noChangeArrowheads="1" noTextEdit="1"/>
            </p:cNvSpPr>
            <p:nvPr/>
          </p:nvSpPr>
          <p:spPr bwMode="auto">
            <a:xfrm>
              <a:off x="2558" y="1860"/>
              <a:ext cx="2564"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p>
          </p:txBody>
        </p:sp>
        <p:sp>
          <p:nvSpPr>
            <p:cNvPr id="11" name="Freeform 5"/>
            <p:cNvSpPr/>
            <p:nvPr/>
          </p:nvSpPr>
          <p:spPr bwMode="auto">
            <a:xfrm>
              <a:off x="4124" y="1938"/>
              <a:ext cx="517" cy="522"/>
            </a:xfrm>
            <a:custGeom>
              <a:avLst/>
              <a:gdLst>
                <a:gd name="T0" fmla="*/ 253 w 253"/>
                <a:gd name="T1" fmla="*/ 0 h 253"/>
                <a:gd name="T2" fmla="*/ 206 w 253"/>
                <a:gd name="T3" fmla="*/ 0 h 253"/>
                <a:gd name="T4" fmla="*/ 126 w 253"/>
                <a:gd name="T5" fmla="*/ 159 h 253"/>
                <a:gd name="T6" fmla="*/ 46 w 253"/>
                <a:gd name="T7" fmla="*/ 0 h 253"/>
                <a:gd name="T8" fmla="*/ 0 w 253"/>
                <a:gd name="T9" fmla="*/ 0 h 253"/>
                <a:gd name="T10" fmla="*/ 126 w 253"/>
                <a:gd name="T11" fmla="*/ 253 h 253"/>
                <a:gd name="T12" fmla="*/ 253 w 253"/>
                <a:gd name="T13" fmla="*/ 0 h 253"/>
              </a:gdLst>
              <a:ahLst/>
              <a:cxnLst>
                <a:cxn ang="0">
                  <a:pos x="T0" y="T1"/>
                </a:cxn>
                <a:cxn ang="0">
                  <a:pos x="T2" y="T3"/>
                </a:cxn>
                <a:cxn ang="0">
                  <a:pos x="T4" y="T5"/>
                </a:cxn>
                <a:cxn ang="0">
                  <a:pos x="T6" y="T7"/>
                </a:cxn>
                <a:cxn ang="0">
                  <a:pos x="T8" y="T9"/>
                </a:cxn>
                <a:cxn ang="0">
                  <a:pos x="T10" y="T11"/>
                </a:cxn>
                <a:cxn ang="0">
                  <a:pos x="T12" y="T13"/>
                </a:cxn>
              </a:cxnLst>
              <a:rect l="0" t="0" r="r" b="b"/>
              <a:pathLst>
                <a:path w="253" h="253">
                  <a:moveTo>
                    <a:pt x="253" y="0"/>
                  </a:moveTo>
                  <a:cubicBezTo>
                    <a:pt x="206" y="0"/>
                    <a:pt x="206" y="0"/>
                    <a:pt x="206" y="0"/>
                  </a:cubicBezTo>
                  <a:cubicBezTo>
                    <a:pt x="126" y="159"/>
                    <a:pt x="126" y="159"/>
                    <a:pt x="126" y="159"/>
                  </a:cubicBezTo>
                  <a:cubicBezTo>
                    <a:pt x="46" y="0"/>
                    <a:pt x="46" y="0"/>
                    <a:pt x="46" y="0"/>
                  </a:cubicBezTo>
                  <a:cubicBezTo>
                    <a:pt x="0" y="0"/>
                    <a:pt x="0" y="0"/>
                    <a:pt x="0" y="0"/>
                  </a:cubicBezTo>
                  <a:cubicBezTo>
                    <a:pt x="50" y="100"/>
                    <a:pt x="126" y="253"/>
                    <a:pt x="126" y="253"/>
                  </a:cubicBezTo>
                  <a:lnTo>
                    <a:pt x="25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2" name="Freeform 6"/>
            <p:cNvSpPr>
              <a:spLocks noEditPoints="1"/>
            </p:cNvSpPr>
            <p:nvPr/>
          </p:nvSpPr>
          <p:spPr bwMode="auto">
            <a:xfrm>
              <a:off x="3642" y="1934"/>
              <a:ext cx="505" cy="507"/>
            </a:xfrm>
            <a:custGeom>
              <a:avLst/>
              <a:gdLst>
                <a:gd name="T0" fmla="*/ 124 w 247"/>
                <a:gd name="T1" fmla="*/ 206 h 246"/>
                <a:gd name="T2" fmla="*/ 43 w 247"/>
                <a:gd name="T3" fmla="*/ 143 h 246"/>
                <a:gd name="T4" fmla="*/ 247 w 247"/>
                <a:gd name="T5" fmla="*/ 143 h 246"/>
                <a:gd name="T6" fmla="*/ 247 w 247"/>
                <a:gd name="T7" fmla="*/ 123 h 246"/>
                <a:gd name="T8" fmla="*/ 124 w 247"/>
                <a:gd name="T9" fmla="*/ 0 h 246"/>
                <a:gd name="T10" fmla="*/ 0 w 247"/>
                <a:gd name="T11" fmla="*/ 123 h 246"/>
                <a:gd name="T12" fmla="*/ 124 w 247"/>
                <a:gd name="T13" fmla="*/ 246 h 246"/>
                <a:gd name="T14" fmla="*/ 233 w 247"/>
                <a:gd name="T15" fmla="*/ 181 h 246"/>
                <a:gd name="T16" fmla="*/ 184 w 247"/>
                <a:gd name="T17" fmla="*/ 181 h 246"/>
                <a:gd name="T18" fmla="*/ 124 w 247"/>
                <a:gd name="T19" fmla="*/ 206 h 246"/>
                <a:gd name="T20" fmla="*/ 124 w 247"/>
                <a:gd name="T21" fmla="*/ 40 h 246"/>
                <a:gd name="T22" fmla="*/ 205 w 247"/>
                <a:gd name="T23" fmla="*/ 103 h 246"/>
                <a:gd name="T24" fmla="*/ 43 w 247"/>
                <a:gd name="T25" fmla="*/ 103 h 246"/>
                <a:gd name="T26" fmla="*/ 124 w 247"/>
                <a:gd name="T27" fmla="*/ 4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7" h="246">
                  <a:moveTo>
                    <a:pt x="124" y="206"/>
                  </a:moveTo>
                  <a:cubicBezTo>
                    <a:pt x="85" y="206"/>
                    <a:pt x="52" y="179"/>
                    <a:pt x="43" y="143"/>
                  </a:cubicBezTo>
                  <a:cubicBezTo>
                    <a:pt x="247" y="143"/>
                    <a:pt x="247" y="143"/>
                    <a:pt x="247" y="143"/>
                  </a:cubicBezTo>
                  <a:cubicBezTo>
                    <a:pt x="247" y="123"/>
                    <a:pt x="247" y="123"/>
                    <a:pt x="247" y="123"/>
                  </a:cubicBezTo>
                  <a:cubicBezTo>
                    <a:pt x="247" y="55"/>
                    <a:pt x="192" y="0"/>
                    <a:pt x="124" y="0"/>
                  </a:cubicBezTo>
                  <a:cubicBezTo>
                    <a:pt x="56" y="0"/>
                    <a:pt x="0" y="55"/>
                    <a:pt x="0" y="123"/>
                  </a:cubicBezTo>
                  <a:cubicBezTo>
                    <a:pt x="0" y="191"/>
                    <a:pt x="56" y="246"/>
                    <a:pt x="124" y="246"/>
                  </a:cubicBezTo>
                  <a:cubicBezTo>
                    <a:pt x="170" y="246"/>
                    <a:pt x="212" y="220"/>
                    <a:pt x="233" y="181"/>
                  </a:cubicBezTo>
                  <a:cubicBezTo>
                    <a:pt x="184" y="181"/>
                    <a:pt x="184" y="181"/>
                    <a:pt x="184" y="181"/>
                  </a:cubicBezTo>
                  <a:cubicBezTo>
                    <a:pt x="169" y="197"/>
                    <a:pt x="147" y="206"/>
                    <a:pt x="124" y="206"/>
                  </a:cubicBezTo>
                  <a:moveTo>
                    <a:pt x="124" y="40"/>
                  </a:moveTo>
                  <a:cubicBezTo>
                    <a:pt x="163" y="40"/>
                    <a:pt x="196" y="67"/>
                    <a:pt x="205" y="103"/>
                  </a:cubicBezTo>
                  <a:cubicBezTo>
                    <a:pt x="43" y="103"/>
                    <a:pt x="43" y="103"/>
                    <a:pt x="43" y="103"/>
                  </a:cubicBezTo>
                  <a:cubicBezTo>
                    <a:pt x="52" y="67"/>
                    <a:pt x="85" y="40"/>
                    <a:pt x="124" y="4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3" name="Freeform 7"/>
            <p:cNvSpPr>
              <a:spLocks noEditPoints="1"/>
            </p:cNvSpPr>
            <p:nvPr/>
          </p:nvSpPr>
          <p:spPr bwMode="auto">
            <a:xfrm>
              <a:off x="4617" y="1936"/>
              <a:ext cx="503" cy="507"/>
            </a:xfrm>
            <a:custGeom>
              <a:avLst/>
              <a:gdLst>
                <a:gd name="T0" fmla="*/ 246 w 246"/>
                <a:gd name="T1" fmla="*/ 123 h 246"/>
                <a:gd name="T2" fmla="*/ 246 w 246"/>
                <a:gd name="T3" fmla="*/ 122 h 246"/>
                <a:gd name="T4" fmla="*/ 246 w 246"/>
                <a:gd name="T5" fmla="*/ 2 h 246"/>
                <a:gd name="T6" fmla="*/ 206 w 246"/>
                <a:gd name="T7" fmla="*/ 2 h 246"/>
                <a:gd name="T8" fmla="*/ 206 w 246"/>
                <a:gd name="T9" fmla="*/ 32 h 246"/>
                <a:gd name="T10" fmla="*/ 123 w 246"/>
                <a:gd name="T11" fmla="*/ 0 h 246"/>
                <a:gd name="T12" fmla="*/ 0 w 246"/>
                <a:gd name="T13" fmla="*/ 123 h 246"/>
                <a:gd name="T14" fmla="*/ 123 w 246"/>
                <a:gd name="T15" fmla="*/ 246 h 246"/>
                <a:gd name="T16" fmla="*/ 206 w 246"/>
                <a:gd name="T17" fmla="*/ 214 h 246"/>
                <a:gd name="T18" fmla="*/ 206 w 246"/>
                <a:gd name="T19" fmla="*/ 244 h 246"/>
                <a:gd name="T20" fmla="*/ 246 w 246"/>
                <a:gd name="T21" fmla="*/ 244 h 246"/>
                <a:gd name="T22" fmla="*/ 246 w 246"/>
                <a:gd name="T23" fmla="*/ 124 h 246"/>
                <a:gd name="T24" fmla="*/ 246 w 246"/>
                <a:gd name="T25" fmla="*/ 123 h 246"/>
                <a:gd name="T26" fmla="*/ 123 w 246"/>
                <a:gd name="T27" fmla="*/ 206 h 246"/>
                <a:gd name="T28" fmla="*/ 40 w 246"/>
                <a:gd name="T29" fmla="*/ 123 h 246"/>
                <a:gd name="T30" fmla="*/ 123 w 246"/>
                <a:gd name="T31" fmla="*/ 40 h 246"/>
                <a:gd name="T32" fmla="*/ 206 w 246"/>
                <a:gd name="T33" fmla="*/ 122 h 246"/>
                <a:gd name="T34" fmla="*/ 206 w 246"/>
                <a:gd name="T35" fmla="*/ 124 h 246"/>
                <a:gd name="T36" fmla="*/ 123 w 246"/>
                <a:gd name="T37" fmla="*/ 206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6" h="246">
                  <a:moveTo>
                    <a:pt x="246" y="123"/>
                  </a:moveTo>
                  <a:cubicBezTo>
                    <a:pt x="246" y="123"/>
                    <a:pt x="246" y="122"/>
                    <a:pt x="246" y="122"/>
                  </a:cubicBezTo>
                  <a:cubicBezTo>
                    <a:pt x="246" y="2"/>
                    <a:pt x="246" y="2"/>
                    <a:pt x="246" y="2"/>
                  </a:cubicBezTo>
                  <a:cubicBezTo>
                    <a:pt x="206" y="2"/>
                    <a:pt x="206" y="2"/>
                    <a:pt x="206" y="2"/>
                  </a:cubicBezTo>
                  <a:cubicBezTo>
                    <a:pt x="206" y="32"/>
                    <a:pt x="206" y="32"/>
                    <a:pt x="206" y="32"/>
                  </a:cubicBezTo>
                  <a:cubicBezTo>
                    <a:pt x="184" y="12"/>
                    <a:pt x="155" y="0"/>
                    <a:pt x="123" y="0"/>
                  </a:cubicBezTo>
                  <a:cubicBezTo>
                    <a:pt x="55" y="0"/>
                    <a:pt x="0" y="55"/>
                    <a:pt x="0" y="123"/>
                  </a:cubicBezTo>
                  <a:cubicBezTo>
                    <a:pt x="0" y="191"/>
                    <a:pt x="55" y="246"/>
                    <a:pt x="123" y="246"/>
                  </a:cubicBezTo>
                  <a:cubicBezTo>
                    <a:pt x="155" y="246"/>
                    <a:pt x="184" y="234"/>
                    <a:pt x="206" y="214"/>
                  </a:cubicBezTo>
                  <a:cubicBezTo>
                    <a:pt x="206" y="244"/>
                    <a:pt x="206" y="244"/>
                    <a:pt x="206" y="244"/>
                  </a:cubicBezTo>
                  <a:cubicBezTo>
                    <a:pt x="246" y="244"/>
                    <a:pt x="246" y="244"/>
                    <a:pt x="246" y="244"/>
                  </a:cubicBezTo>
                  <a:cubicBezTo>
                    <a:pt x="246" y="124"/>
                    <a:pt x="246" y="124"/>
                    <a:pt x="246" y="124"/>
                  </a:cubicBezTo>
                  <a:cubicBezTo>
                    <a:pt x="246" y="124"/>
                    <a:pt x="246" y="123"/>
                    <a:pt x="246" y="123"/>
                  </a:cubicBezTo>
                  <a:moveTo>
                    <a:pt x="123" y="206"/>
                  </a:moveTo>
                  <a:cubicBezTo>
                    <a:pt x="77" y="206"/>
                    <a:pt x="40" y="169"/>
                    <a:pt x="40" y="123"/>
                  </a:cubicBezTo>
                  <a:cubicBezTo>
                    <a:pt x="40" y="77"/>
                    <a:pt x="77" y="40"/>
                    <a:pt x="123" y="40"/>
                  </a:cubicBezTo>
                  <a:cubicBezTo>
                    <a:pt x="169" y="40"/>
                    <a:pt x="206" y="76"/>
                    <a:pt x="206" y="122"/>
                  </a:cubicBezTo>
                  <a:cubicBezTo>
                    <a:pt x="206" y="124"/>
                    <a:pt x="206" y="124"/>
                    <a:pt x="206" y="124"/>
                  </a:cubicBezTo>
                  <a:cubicBezTo>
                    <a:pt x="206" y="170"/>
                    <a:pt x="169" y="206"/>
                    <a:pt x="123" y="206"/>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4" name="Freeform 8"/>
            <p:cNvSpPr>
              <a:spLocks noEditPoints="1"/>
            </p:cNvSpPr>
            <p:nvPr/>
          </p:nvSpPr>
          <p:spPr bwMode="auto">
            <a:xfrm>
              <a:off x="3081" y="1934"/>
              <a:ext cx="505" cy="507"/>
            </a:xfrm>
            <a:custGeom>
              <a:avLst/>
              <a:gdLst>
                <a:gd name="T0" fmla="*/ 124 w 247"/>
                <a:gd name="T1" fmla="*/ 206 h 246"/>
                <a:gd name="T2" fmla="*/ 43 w 247"/>
                <a:gd name="T3" fmla="*/ 143 h 246"/>
                <a:gd name="T4" fmla="*/ 247 w 247"/>
                <a:gd name="T5" fmla="*/ 143 h 246"/>
                <a:gd name="T6" fmla="*/ 247 w 247"/>
                <a:gd name="T7" fmla="*/ 123 h 246"/>
                <a:gd name="T8" fmla="*/ 124 w 247"/>
                <a:gd name="T9" fmla="*/ 0 h 246"/>
                <a:gd name="T10" fmla="*/ 0 w 247"/>
                <a:gd name="T11" fmla="*/ 123 h 246"/>
                <a:gd name="T12" fmla="*/ 124 w 247"/>
                <a:gd name="T13" fmla="*/ 246 h 246"/>
                <a:gd name="T14" fmla="*/ 233 w 247"/>
                <a:gd name="T15" fmla="*/ 181 h 246"/>
                <a:gd name="T16" fmla="*/ 184 w 247"/>
                <a:gd name="T17" fmla="*/ 181 h 246"/>
                <a:gd name="T18" fmla="*/ 124 w 247"/>
                <a:gd name="T19" fmla="*/ 206 h 246"/>
                <a:gd name="T20" fmla="*/ 124 w 247"/>
                <a:gd name="T21" fmla="*/ 40 h 246"/>
                <a:gd name="T22" fmla="*/ 205 w 247"/>
                <a:gd name="T23" fmla="*/ 103 h 246"/>
                <a:gd name="T24" fmla="*/ 43 w 247"/>
                <a:gd name="T25" fmla="*/ 103 h 246"/>
                <a:gd name="T26" fmla="*/ 124 w 247"/>
                <a:gd name="T27" fmla="*/ 4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7" h="246">
                  <a:moveTo>
                    <a:pt x="124" y="206"/>
                  </a:moveTo>
                  <a:cubicBezTo>
                    <a:pt x="85" y="206"/>
                    <a:pt x="52" y="179"/>
                    <a:pt x="43" y="143"/>
                  </a:cubicBezTo>
                  <a:cubicBezTo>
                    <a:pt x="247" y="143"/>
                    <a:pt x="247" y="143"/>
                    <a:pt x="247" y="143"/>
                  </a:cubicBezTo>
                  <a:cubicBezTo>
                    <a:pt x="247" y="123"/>
                    <a:pt x="247" y="123"/>
                    <a:pt x="247" y="123"/>
                  </a:cubicBezTo>
                  <a:cubicBezTo>
                    <a:pt x="247" y="55"/>
                    <a:pt x="192" y="0"/>
                    <a:pt x="124" y="0"/>
                  </a:cubicBezTo>
                  <a:cubicBezTo>
                    <a:pt x="56" y="0"/>
                    <a:pt x="0" y="55"/>
                    <a:pt x="0" y="123"/>
                  </a:cubicBezTo>
                  <a:cubicBezTo>
                    <a:pt x="0" y="191"/>
                    <a:pt x="56" y="246"/>
                    <a:pt x="124" y="246"/>
                  </a:cubicBezTo>
                  <a:cubicBezTo>
                    <a:pt x="171" y="246"/>
                    <a:pt x="212" y="220"/>
                    <a:pt x="233" y="181"/>
                  </a:cubicBezTo>
                  <a:cubicBezTo>
                    <a:pt x="184" y="181"/>
                    <a:pt x="184" y="181"/>
                    <a:pt x="184" y="181"/>
                  </a:cubicBezTo>
                  <a:cubicBezTo>
                    <a:pt x="169" y="197"/>
                    <a:pt x="147" y="206"/>
                    <a:pt x="124" y="206"/>
                  </a:cubicBezTo>
                  <a:moveTo>
                    <a:pt x="124" y="40"/>
                  </a:moveTo>
                  <a:cubicBezTo>
                    <a:pt x="163" y="40"/>
                    <a:pt x="196" y="67"/>
                    <a:pt x="205" y="103"/>
                  </a:cubicBezTo>
                  <a:cubicBezTo>
                    <a:pt x="43" y="103"/>
                    <a:pt x="43" y="103"/>
                    <a:pt x="43" y="103"/>
                  </a:cubicBezTo>
                  <a:cubicBezTo>
                    <a:pt x="52" y="67"/>
                    <a:pt x="85" y="40"/>
                    <a:pt x="124" y="4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5" name="Freeform 9"/>
            <p:cNvSpPr/>
            <p:nvPr/>
          </p:nvSpPr>
          <p:spPr bwMode="auto">
            <a:xfrm>
              <a:off x="2556" y="1862"/>
              <a:ext cx="585" cy="598"/>
            </a:xfrm>
            <a:custGeom>
              <a:avLst/>
              <a:gdLst>
                <a:gd name="T0" fmla="*/ 0 w 585"/>
                <a:gd name="T1" fmla="*/ 0 h 598"/>
                <a:gd name="T2" fmla="*/ 102 w 585"/>
                <a:gd name="T3" fmla="*/ 0 h 598"/>
                <a:gd name="T4" fmla="*/ 294 w 585"/>
                <a:gd name="T5" fmla="*/ 390 h 598"/>
                <a:gd name="T6" fmla="*/ 487 w 585"/>
                <a:gd name="T7" fmla="*/ 0 h 598"/>
                <a:gd name="T8" fmla="*/ 585 w 585"/>
                <a:gd name="T9" fmla="*/ 0 h 598"/>
                <a:gd name="T10" fmla="*/ 294 w 585"/>
                <a:gd name="T11" fmla="*/ 598 h 598"/>
                <a:gd name="T12" fmla="*/ 0 w 585"/>
                <a:gd name="T13" fmla="*/ 0 h 598"/>
              </a:gdLst>
              <a:ahLst/>
              <a:cxnLst>
                <a:cxn ang="0">
                  <a:pos x="T0" y="T1"/>
                </a:cxn>
                <a:cxn ang="0">
                  <a:pos x="T2" y="T3"/>
                </a:cxn>
                <a:cxn ang="0">
                  <a:pos x="T4" y="T5"/>
                </a:cxn>
                <a:cxn ang="0">
                  <a:pos x="T6" y="T7"/>
                </a:cxn>
                <a:cxn ang="0">
                  <a:pos x="T8" y="T9"/>
                </a:cxn>
                <a:cxn ang="0">
                  <a:pos x="T10" y="T11"/>
                </a:cxn>
                <a:cxn ang="0">
                  <a:pos x="T12" y="T13"/>
                </a:cxn>
              </a:cxnLst>
              <a:rect l="0" t="0" r="r" b="b"/>
              <a:pathLst>
                <a:path w="585" h="598">
                  <a:moveTo>
                    <a:pt x="0" y="0"/>
                  </a:moveTo>
                  <a:lnTo>
                    <a:pt x="102" y="0"/>
                  </a:lnTo>
                  <a:lnTo>
                    <a:pt x="294" y="390"/>
                  </a:lnTo>
                  <a:lnTo>
                    <a:pt x="487" y="0"/>
                  </a:lnTo>
                  <a:lnTo>
                    <a:pt x="585" y="0"/>
                  </a:lnTo>
                  <a:lnTo>
                    <a:pt x="294" y="598"/>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6" name="Freeform 10"/>
            <p:cNvSpPr/>
            <p:nvPr/>
          </p:nvSpPr>
          <p:spPr bwMode="auto">
            <a:xfrm>
              <a:off x="2556" y="1862"/>
              <a:ext cx="585" cy="598"/>
            </a:xfrm>
            <a:custGeom>
              <a:avLst/>
              <a:gdLst>
                <a:gd name="T0" fmla="*/ 0 w 585"/>
                <a:gd name="T1" fmla="*/ 0 h 598"/>
                <a:gd name="T2" fmla="*/ 102 w 585"/>
                <a:gd name="T3" fmla="*/ 0 h 598"/>
                <a:gd name="T4" fmla="*/ 294 w 585"/>
                <a:gd name="T5" fmla="*/ 390 h 598"/>
                <a:gd name="T6" fmla="*/ 487 w 585"/>
                <a:gd name="T7" fmla="*/ 0 h 598"/>
                <a:gd name="T8" fmla="*/ 585 w 585"/>
                <a:gd name="T9" fmla="*/ 0 h 598"/>
                <a:gd name="T10" fmla="*/ 294 w 585"/>
                <a:gd name="T11" fmla="*/ 598 h 598"/>
                <a:gd name="T12" fmla="*/ 0 w 585"/>
                <a:gd name="T13" fmla="*/ 0 h 598"/>
              </a:gdLst>
              <a:ahLst/>
              <a:cxnLst>
                <a:cxn ang="0">
                  <a:pos x="T0" y="T1"/>
                </a:cxn>
                <a:cxn ang="0">
                  <a:pos x="T2" y="T3"/>
                </a:cxn>
                <a:cxn ang="0">
                  <a:pos x="T4" y="T5"/>
                </a:cxn>
                <a:cxn ang="0">
                  <a:pos x="T6" y="T7"/>
                </a:cxn>
                <a:cxn ang="0">
                  <a:pos x="T8" y="T9"/>
                </a:cxn>
                <a:cxn ang="0">
                  <a:pos x="T10" y="T11"/>
                </a:cxn>
                <a:cxn ang="0">
                  <a:pos x="T12" y="T13"/>
                </a:cxn>
              </a:cxnLst>
              <a:rect l="0" t="0" r="r" b="b"/>
              <a:pathLst>
                <a:path w="585" h="598">
                  <a:moveTo>
                    <a:pt x="0" y="0"/>
                  </a:moveTo>
                  <a:lnTo>
                    <a:pt x="102" y="0"/>
                  </a:lnTo>
                  <a:lnTo>
                    <a:pt x="294" y="390"/>
                  </a:lnTo>
                  <a:lnTo>
                    <a:pt x="487" y="0"/>
                  </a:lnTo>
                  <a:lnTo>
                    <a:pt x="585" y="0"/>
                  </a:lnTo>
                  <a:lnTo>
                    <a:pt x="294" y="598"/>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7" name="Freeform 11"/>
            <p:cNvSpPr/>
            <p:nvPr/>
          </p:nvSpPr>
          <p:spPr bwMode="auto">
            <a:xfrm>
              <a:off x="2718" y="1862"/>
              <a:ext cx="263" cy="266"/>
            </a:xfrm>
            <a:custGeom>
              <a:avLst/>
              <a:gdLst>
                <a:gd name="T0" fmla="*/ 0 w 129"/>
                <a:gd name="T1" fmla="*/ 0 h 129"/>
                <a:gd name="T2" fmla="*/ 64 w 129"/>
                <a:gd name="T3" fmla="*/ 129 h 129"/>
                <a:gd name="T4" fmla="*/ 129 w 129"/>
                <a:gd name="T5" fmla="*/ 0 h 129"/>
                <a:gd name="T6" fmla="*/ 0 w 129"/>
                <a:gd name="T7" fmla="*/ 0 h 129"/>
              </a:gdLst>
              <a:ahLst/>
              <a:cxnLst>
                <a:cxn ang="0">
                  <a:pos x="T0" y="T1"/>
                </a:cxn>
                <a:cxn ang="0">
                  <a:pos x="T2" y="T3"/>
                </a:cxn>
                <a:cxn ang="0">
                  <a:pos x="T4" y="T5"/>
                </a:cxn>
                <a:cxn ang="0">
                  <a:pos x="T6" y="T7"/>
                </a:cxn>
              </a:cxnLst>
              <a:rect l="0" t="0" r="r" b="b"/>
              <a:pathLst>
                <a:path w="129" h="129">
                  <a:moveTo>
                    <a:pt x="0" y="0"/>
                  </a:moveTo>
                  <a:cubicBezTo>
                    <a:pt x="64" y="129"/>
                    <a:pt x="64" y="129"/>
                    <a:pt x="64" y="129"/>
                  </a:cubicBezTo>
                  <a:cubicBezTo>
                    <a:pt x="129" y="0"/>
                    <a:pt x="129" y="0"/>
                    <a:pt x="129" y="0"/>
                  </a:cubicBezTo>
                  <a:cubicBezTo>
                    <a:pt x="129" y="0"/>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sp>
        <p:nvSpPr>
          <p:cNvPr id="19" name="Title 17"/>
          <p:cNvSpPr>
            <a:spLocks noGrp="1"/>
          </p:cNvSpPr>
          <p:nvPr>
            <p:ph type="title"/>
          </p:nvPr>
        </p:nvSpPr>
        <p:spPr>
          <a:xfrm>
            <a:off x="4389245" y="1710671"/>
            <a:ext cx="6994966" cy="986568"/>
          </a:xfrm>
        </p:spPr>
        <p:txBody>
          <a:bodyPr anchor="b"/>
          <a:lstStyle>
            <a:lvl1pPr algn="l">
              <a:defRPr sz="4400">
                <a:solidFill>
                  <a:schemeClr val="tx1"/>
                </a:solidFill>
                <a:latin typeface="Calibri Light" panose="020F0302020204030204" pitchFamily="34" charset="0"/>
                <a:cs typeface="Calibri Light" panose="020F0302020204030204" pitchFamily="34" charset="0"/>
              </a:defRPr>
            </a:lvl1pPr>
          </a:lstStyle>
          <a:p>
            <a:r>
              <a:rPr lang="en-US"/>
              <a:t>Click to edit Master title style</a:t>
            </a:r>
            <a:endParaRPr lang="en-US"/>
          </a:p>
        </p:txBody>
      </p:sp>
      <p:sp>
        <p:nvSpPr>
          <p:cNvPr id="24" name="Text Placeholder 22"/>
          <p:cNvSpPr>
            <a:spLocks noGrp="1"/>
          </p:cNvSpPr>
          <p:nvPr>
            <p:ph type="body" sz="quarter" idx="10"/>
          </p:nvPr>
        </p:nvSpPr>
        <p:spPr>
          <a:xfrm>
            <a:off x="4387786" y="2726844"/>
            <a:ext cx="5807676" cy="749029"/>
          </a:xfrm>
        </p:spPr>
        <p:txBody>
          <a:bodyPr/>
          <a:lstStyle>
            <a:lvl1pPr marL="0" indent="0">
              <a:buNone/>
              <a:defRPr sz="2800">
                <a:solidFill>
                  <a:schemeClr val="tx1"/>
                </a:solidFill>
                <a:latin typeface="Calibri Light" panose="020F0302020204030204" pitchFamily="34" charset="0"/>
                <a:cs typeface="Calibri Light" panose="020F0302020204030204" pitchFamily="34" charset="0"/>
              </a:defRPr>
            </a:lvl1pPr>
            <a:lvl2pPr marL="457200" indent="0">
              <a:buNone/>
              <a:defRPr/>
            </a:lvl2pPr>
          </a:lstStyle>
          <a:p>
            <a:pPr lvl="0"/>
            <a:r>
              <a:rPr lang="en-US"/>
              <a:t>Edit Master text styles</a:t>
            </a:r>
            <a:endParaRPr lang="en-US"/>
          </a:p>
        </p:txBody>
      </p:sp>
      <p:sp>
        <p:nvSpPr>
          <p:cNvPr id="28" name="Picture Placeholder 26"/>
          <p:cNvSpPr>
            <a:spLocks noGrp="1"/>
          </p:cNvSpPr>
          <p:nvPr>
            <p:ph type="pic" sz="quarter" idx="12" hasCustomPrompt="1"/>
          </p:nvPr>
        </p:nvSpPr>
        <p:spPr>
          <a:xfrm>
            <a:off x="2794096" y="1993570"/>
            <a:ext cx="1243584" cy="1243584"/>
          </a:xfrm>
          <a:prstGeom prst="ellipse">
            <a:avLst/>
          </a:prstGeom>
        </p:spPr>
        <p:txBody>
          <a:bodyPr/>
          <a:lstStyle>
            <a:lvl1pPr marL="0" indent="0">
              <a:buNone/>
              <a:defRPr sz="1800" baseline="0">
                <a:solidFill>
                  <a:schemeClr val="tx1"/>
                </a:solidFill>
              </a:defRPr>
            </a:lvl1pPr>
          </a:lstStyle>
          <a:p>
            <a:r>
              <a:rPr lang="en-US"/>
              <a:t>1:1 ratio photo</a:t>
            </a:r>
            <a:endParaRPr lang="en-US"/>
          </a:p>
        </p:txBody>
      </p:sp>
      <p:sp>
        <p:nvSpPr>
          <p:cNvPr id="30" name="Picture Placeholder 26"/>
          <p:cNvSpPr>
            <a:spLocks noGrp="1"/>
          </p:cNvSpPr>
          <p:nvPr>
            <p:ph type="pic" sz="quarter" idx="13" hasCustomPrompt="1"/>
          </p:nvPr>
        </p:nvSpPr>
        <p:spPr>
          <a:xfrm>
            <a:off x="2794096" y="3541777"/>
            <a:ext cx="1243584" cy="1243584"/>
          </a:xfrm>
          <a:prstGeom prst="ellipse">
            <a:avLst/>
          </a:prstGeom>
        </p:spPr>
        <p:txBody>
          <a:bodyPr/>
          <a:lstStyle>
            <a:lvl1pPr marL="0" indent="0">
              <a:buNone/>
              <a:defRPr sz="1800" baseline="0">
                <a:solidFill>
                  <a:schemeClr val="tx1"/>
                </a:solidFill>
              </a:defRPr>
            </a:lvl1pPr>
          </a:lstStyle>
          <a:p>
            <a:r>
              <a:rPr lang="en-US"/>
              <a:t>1:1 ratio photo</a:t>
            </a:r>
            <a:endParaRPr lang="en-US"/>
          </a:p>
        </p:txBody>
      </p:sp>
      <p:sp>
        <p:nvSpPr>
          <p:cNvPr id="34" name="Text Placeholder 22"/>
          <p:cNvSpPr>
            <a:spLocks noGrp="1"/>
          </p:cNvSpPr>
          <p:nvPr>
            <p:ph type="body" sz="quarter" idx="14"/>
          </p:nvPr>
        </p:nvSpPr>
        <p:spPr>
          <a:xfrm>
            <a:off x="4386327" y="4288888"/>
            <a:ext cx="5807676" cy="749029"/>
          </a:xfrm>
        </p:spPr>
        <p:txBody>
          <a:bodyPr/>
          <a:lstStyle>
            <a:lvl1pPr marL="0" indent="0">
              <a:buNone/>
              <a:defRPr sz="2800">
                <a:solidFill>
                  <a:schemeClr val="tx1"/>
                </a:solidFill>
                <a:latin typeface="Calibri Light" panose="020F0302020204030204" pitchFamily="34" charset="0"/>
                <a:cs typeface="Calibri Light" panose="020F0302020204030204" pitchFamily="34" charset="0"/>
              </a:defRPr>
            </a:lvl1pPr>
            <a:lvl2pPr marL="457200" indent="0">
              <a:buNone/>
              <a:defRPr/>
            </a:lvl2pPr>
          </a:lstStyle>
          <a:p>
            <a:pPr lvl="0"/>
            <a:r>
              <a:rPr lang="en-US"/>
              <a:t>Edit Master text styles</a:t>
            </a:r>
            <a:endParaRPr lang="en-US"/>
          </a:p>
        </p:txBody>
      </p:sp>
      <p:sp>
        <p:nvSpPr>
          <p:cNvPr id="39" name="Text Placeholder 37"/>
          <p:cNvSpPr>
            <a:spLocks noGrp="1"/>
          </p:cNvSpPr>
          <p:nvPr>
            <p:ph type="body" sz="quarter" idx="15" hasCustomPrompt="1"/>
          </p:nvPr>
        </p:nvSpPr>
        <p:spPr>
          <a:xfrm>
            <a:off x="4386327" y="3237154"/>
            <a:ext cx="7006603" cy="1015581"/>
          </a:xfrm>
        </p:spPr>
        <p:txBody>
          <a:bodyPr anchor="b"/>
          <a:lstStyle>
            <a:lvl1pPr marL="0" indent="0">
              <a:buNone/>
              <a:defRPr sz="4400">
                <a:solidFill>
                  <a:schemeClr val="tx1"/>
                </a:solidFill>
                <a:latin typeface="Calibri Light" panose="020F0302020204030204" pitchFamily="34" charset="0"/>
                <a:cs typeface="Calibri Light" panose="020F0302020204030204" pitchFamily="34" charset="0"/>
              </a:defRPr>
            </a:lvl1pPr>
            <a:lvl2pPr marL="457200" indent="0">
              <a:buNone/>
              <a:defRPr/>
            </a:lvl2pPr>
          </a:lstStyle>
          <a:p>
            <a:pPr lvl="0"/>
            <a:r>
              <a:rPr lang="en-US"/>
              <a:t>Click to edit Master title style</a:t>
            </a:r>
            <a:endParaRPr lang="en-US"/>
          </a:p>
        </p:txBody>
      </p:sp>
    </p:spTree>
  </p:cSld>
  <p:clrMapOvr>
    <a:overrideClrMapping bg1="dk1" tx1="lt1" bg2="dk2" tx2="lt2" accent1="accent1" accent2="accent2" accent3="accent3" accent4="accent4" accent5="accent5" accent6="accent6" hlink="hlink" folHlink="folHlink"/>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_Title New ">
    <p:spTree>
      <p:nvGrpSpPr>
        <p:cNvPr id="1" name=""/>
        <p:cNvGrpSpPr/>
        <p:nvPr/>
      </p:nvGrpSpPr>
      <p:grpSpPr>
        <a:xfrm>
          <a:off x="0" y="0"/>
          <a:ext cx="0" cy="0"/>
          <a:chOff x="0" y="0"/>
          <a:chExt cx="0" cy="0"/>
        </a:xfrm>
      </p:grpSpPr>
      <p:sp>
        <p:nvSpPr>
          <p:cNvPr id="2" name="Title 1"/>
          <p:cNvSpPr>
            <a:spLocks noGrp="1"/>
          </p:cNvSpPr>
          <p:nvPr>
            <p:ph type="title"/>
          </p:nvPr>
        </p:nvSpPr>
        <p:spPr>
          <a:xfrm>
            <a:off x="381000" y="401915"/>
            <a:ext cx="11430000" cy="379963"/>
          </a:xfrm>
          <a:prstGeom prst="rect">
            <a:avLst/>
          </a:prstGeom>
        </p:spPr>
        <p:txBody>
          <a:bodyPr lIns="0" tIns="0" rIns="0" bIns="0"/>
          <a:lstStyle>
            <a:lvl1pPr>
              <a:defRPr sz="3200" spc="-150">
                <a:solidFill>
                  <a:schemeClr val="accent2"/>
                </a:solidFill>
              </a:defRPr>
            </a:lvl1pPr>
          </a:lstStyle>
          <a:p>
            <a:r>
              <a:rPr lang="en-US"/>
              <a:t>Click to edit Master title style</a:t>
            </a:r>
            <a:endParaRPr lang="en-US"/>
          </a:p>
        </p:txBody>
      </p:sp>
    </p:spTree>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Title Subtitle">
    <p:spTree>
      <p:nvGrpSpPr>
        <p:cNvPr id="1" name=""/>
        <p:cNvGrpSpPr/>
        <p:nvPr/>
      </p:nvGrpSpPr>
      <p:grpSpPr>
        <a:xfrm>
          <a:off x="0" y="0"/>
          <a:ext cx="0" cy="0"/>
          <a:chOff x="0" y="0"/>
          <a:chExt cx="0" cy="0"/>
        </a:xfrm>
      </p:grpSpPr>
      <p:sp>
        <p:nvSpPr>
          <p:cNvPr id="2" name="Title 1"/>
          <p:cNvSpPr>
            <a:spLocks noGrp="1"/>
          </p:cNvSpPr>
          <p:nvPr>
            <p:ph type="title"/>
          </p:nvPr>
        </p:nvSpPr>
        <p:spPr>
          <a:xfrm>
            <a:off x="276303" y="96276"/>
            <a:ext cx="11639394" cy="970524"/>
          </a:xfrm>
        </p:spPr>
        <p:txBody>
          <a:bodyPr/>
          <a:lstStyle/>
          <a:p>
            <a:r>
              <a:rPr lang="en-US"/>
              <a:t>Click to edit Master title style</a:t>
            </a:r>
            <a:endParaRPr lang="en-US" dirty="0"/>
          </a:p>
        </p:txBody>
      </p:sp>
      <p:sp>
        <p:nvSpPr>
          <p:cNvPr id="4" name="Text Placeholder 6"/>
          <p:cNvSpPr>
            <a:spLocks noGrp="1"/>
          </p:cNvSpPr>
          <p:nvPr>
            <p:ph type="body" sz="quarter" idx="14" hasCustomPrompt="1"/>
          </p:nvPr>
        </p:nvSpPr>
        <p:spPr>
          <a:xfrm>
            <a:off x="765969" y="907082"/>
            <a:ext cx="10660063" cy="579664"/>
          </a:xfrm>
        </p:spPr>
        <p:txBody>
          <a:bodyPr>
            <a:noAutofit/>
          </a:bodyPr>
          <a:lstStyle>
            <a:lvl1pPr marL="0" indent="0" algn="ctr">
              <a:buNone/>
              <a:defRPr sz="2600">
                <a:solidFill>
                  <a:srgbClr val="87888D"/>
                </a:solidFill>
              </a:defRPr>
            </a:lvl1pPr>
          </a:lstStyle>
          <a:p>
            <a:pPr lvl="0"/>
            <a:r>
              <a:rPr lang="en-US" dirty="0"/>
              <a:t>Subtitle</a:t>
            </a:r>
            <a:endParaRPr lang="en-US" dirty="0"/>
          </a:p>
        </p:txBody>
      </p:sp>
    </p:spTree>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Title Subtitle Content">
    <p:spTree>
      <p:nvGrpSpPr>
        <p:cNvPr id="1" name=""/>
        <p:cNvGrpSpPr/>
        <p:nvPr/>
      </p:nvGrpSpPr>
      <p:grpSpPr>
        <a:xfrm>
          <a:off x="0" y="0"/>
          <a:ext cx="0" cy="0"/>
          <a:chOff x="0" y="0"/>
          <a:chExt cx="0" cy="0"/>
        </a:xfrm>
      </p:grpSpPr>
      <p:sp>
        <p:nvSpPr>
          <p:cNvPr id="10" name="Content Placeholder 2"/>
          <p:cNvSpPr>
            <a:spLocks noGrp="1"/>
          </p:cNvSpPr>
          <p:nvPr>
            <p:ph idx="1"/>
          </p:nvPr>
        </p:nvSpPr>
        <p:spPr>
          <a:xfrm>
            <a:off x="826624" y="1371600"/>
            <a:ext cx="11098676" cy="5105400"/>
          </a:xfrm>
        </p:spPr>
        <p:txBody>
          <a:bodyPr/>
          <a:lstStyle>
            <a:lvl1pPr>
              <a:lnSpc>
                <a:spcPct val="80000"/>
              </a:lnSpc>
              <a:spcBef>
                <a:spcPts val="1000"/>
              </a:spcBef>
              <a:defRPr/>
            </a:lvl1pPr>
            <a:lvl2pPr>
              <a:lnSpc>
                <a:spcPct val="80000"/>
              </a:lnSpc>
              <a:spcBef>
                <a:spcPts val="600"/>
              </a:spcBef>
              <a:defRPr/>
            </a:lvl2pPr>
            <a:lvl3pPr>
              <a:lnSpc>
                <a:spcPct val="80000"/>
              </a:lnSpc>
              <a:spcBef>
                <a:spcPts val="600"/>
              </a:spcBef>
              <a:defRPr/>
            </a:lvl3pPr>
            <a:lvl4pPr>
              <a:lnSpc>
                <a:spcPct val="80000"/>
              </a:lnSpc>
              <a:spcBef>
                <a:spcPts val="600"/>
              </a:spcBef>
              <a:defRPr/>
            </a:lvl4pPr>
            <a:lvl5pPr>
              <a:lnSpc>
                <a:spcPct val="80000"/>
              </a:lnSpc>
              <a:spcBef>
                <a:spcPts val="600"/>
              </a:spcBef>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1" name="Text Placeholder 6"/>
          <p:cNvSpPr>
            <a:spLocks noGrp="1"/>
          </p:cNvSpPr>
          <p:nvPr>
            <p:ph type="body" sz="quarter" idx="13" hasCustomPrompt="1"/>
          </p:nvPr>
        </p:nvSpPr>
        <p:spPr>
          <a:xfrm>
            <a:off x="276303" y="907082"/>
            <a:ext cx="11639394" cy="579664"/>
          </a:xfrm>
        </p:spPr>
        <p:txBody>
          <a:bodyPr>
            <a:noAutofit/>
          </a:bodyPr>
          <a:lstStyle>
            <a:lvl1pPr marL="0" indent="0" algn="ctr">
              <a:buNone/>
              <a:defRPr sz="2600">
                <a:solidFill>
                  <a:srgbClr val="87888D"/>
                </a:solidFill>
              </a:defRPr>
            </a:lvl1pPr>
          </a:lstStyle>
          <a:p>
            <a:pPr lvl="0"/>
            <a:r>
              <a:rPr lang="en-US" dirty="0"/>
              <a:t>Subtitle</a:t>
            </a:r>
            <a:endParaRPr lang="en-US" dirty="0"/>
          </a:p>
        </p:txBody>
      </p:sp>
      <p:sp>
        <p:nvSpPr>
          <p:cNvPr id="12" name="Title 1"/>
          <p:cNvSpPr>
            <a:spLocks noGrp="1"/>
          </p:cNvSpPr>
          <p:nvPr>
            <p:ph type="title"/>
          </p:nvPr>
        </p:nvSpPr>
        <p:spPr>
          <a:xfrm>
            <a:off x="276303" y="96275"/>
            <a:ext cx="11639394" cy="970525"/>
          </a:xfrm>
        </p:spPr>
        <p:txBody>
          <a:bodyPr/>
          <a:lstStyle/>
          <a:p>
            <a:r>
              <a:rPr lang="en-US"/>
              <a:t>Click to edit Master title style</a:t>
            </a:r>
            <a:endParaRPr lang="en-US" dirty="0"/>
          </a:p>
        </p:txBody>
      </p:sp>
    </p:spTree>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4_Title 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6_Title 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Empty">
  <p:cSld name="Empty">
    <p:spTree>
      <p:nvGrpSpPr>
        <p:cNvPr id="1" name="Shape 52"/>
        <p:cNvGrpSpPr/>
        <p:nvPr/>
      </p:nvGrpSpPr>
      <p:grpSpPr>
        <a:xfrm>
          <a:off x="0" y="0"/>
          <a:ext cx="0" cy="0"/>
          <a:chOff x="0" y="0"/>
          <a:chExt cx="0" cy="0"/>
        </a:xfrm>
      </p:grpSpPr>
      <p:sp>
        <p:nvSpPr>
          <p:cNvPr id="53" name="Google Shape;53;p288"/>
          <p:cNvSpPr txBox="1">
            <a:spLocks noGrp="1"/>
          </p:cNvSpPr>
          <p:nvPr>
            <p:ph type="body" idx="1"/>
          </p:nvPr>
        </p:nvSpPr>
        <p:spPr>
          <a:xfrm>
            <a:off x="479998" y="5805280"/>
            <a:ext cx="11232000" cy="1440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dk1"/>
              </a:buClr>
              <a:buSzPts val="800"/>
              <a:buFont typeface="Arial" panose="020B0604020202090204"/>
              <a:buNone/>
              <a:defRPr sz="800" b="0"/>
            </a:lvl1pPr>
            <a:lvl2pPr marL="914400" lvl="1" indent="-228600" algn="l">
              <a:lnSpc>
                <a:spcPct val="100000"/>
              </a:lnSpc>
              <a:spcBef>
                <a:spcPts val="0"/>
              </a:spcBef>
              <a:spcAft>
                <a:spcPts val="0"/>
              </a:spcAft>
              <a:buClr>
                <a:schemeClr val="dk1"/>
              </a:buClr>
              <a:buSzPts val="800"/>
              <a:buFont typeface="Arial" panose="020B0604020202090204"/>
              <a:buNone/>
              <a:defRPr sz="800" b="0"/>
            </a:lvl2pPr>
            <a:lvl3pPr marL="1371600" lvl="2" indent="-228600" algn="l">
              <a:lnSpc>
                <a:spcPct val="100000"/>
              </a:lnSpc>
              <a:spcBef>
                <a:spcPts val="0"/>
              </a:spcBef>
              <a:spcAft>
                <a:spcPts val="0"/>
              </a:spcAft>
              <a:buClr>
                <a:schemeClr val="dk1"/>
              </a:buClr>
              <a:buSzPts val="800"/>
              <a:buNone/>
              <a:defRPr sz="800" b="0"/>
            </a:lvl3pPr>
            <a:lvl4pPr marL="1828800" lvl="3" indent="-228600" algn="l">
              <a:lnSpc>
                <a:spcPct val="100000"/>
              </a:lnSpc>
              <a:spcBef>
                <a:spcPts val="0"/>
              </a:spcBef>
              <a:spcAft>
                <a:spcPts val="0"/>
              </a:spcAft>
              <a:buClr>
                <a:schemeClr val="dk1"/>
              </a:buClr>
              <a:buSzPts val="800"/>
              <a:buNone/>
              <a:defRPr sz="800" b="0"/>
            </a:lvl4pPr>
            <a:lvl5pPr marL="2286000" lvl="4" indent="-228600" algn="l">
              <a:lnSpc>
                <a:spcPct val="100000"/>
              </a:lnSpc>
              <a:spcBef>
                <a:spcPts val="0"/>
              </a:spcBef>
              <a:spcAft>
                <a:spcPts val="0"/>
              </a:spcAft>
              <a:buClr>
                <a:schemeClr val="dk1"/>
              </a:buClr>
              <a:buSzPts val="800"/>
              <a:buNone/>
              <a:defRPr sz="800" b="0"/>
            </a:lvl5pPr>
            <a:lvl6pPr marL="2743200" lvl="5" indent="-228600" algn="l">
              <a:lnSpc>
                <a:spcPct val="100000"/>
              </a:lnSpc>
              <a:spcBef>
                <a:spcPts val="0"/>
              </a:spcBef>
              <a:spcAft>
                <a:spcPts val="0"/>
              </a:spcAft>
              <a:buClr>
                <a:schemeClr val="dk1"/>
              </a:buClr>
              <a:buSzPts val="800"/>
              <a:buNone/>
              <a:defRPr sz="800" b="0"/>
            </a:lvl6pPr>
            <a:lvl7pPr marL="3200400" lvl="6" indent="-228600" algn="l">
              <a:lnSpc>
                <a:spcPct val="100000"/>
              </a:lnSpc>
              <a:spcBef>
                <a:spcPts val="0"/>
              </a:spcBef>
              <a:spcAft>
                <a:spcPts val="0"/>
              </a:spcAft>
              <a:buClr>
                <a:schemeClr val="dk1"/>
              </a:buClr>
              <a:buSzPts val="800"/>
              <a:buNone/>
              <a:defRPr sz="800" b="0"/>
            </a:lvl7pPr>
            <a:lvl8pPr marL="3657600" lvl="7" indent="-228600" algn="l">
              <a:lnSpc>
                <a:spcPct val="100000"/>
              </a:lnSpc>
              <a:spcBef>
                <a:spcPts val="0"/>
              </a:spcBef>
              <a:spcAft>
                <a:spcPts val="0"/>
              </a:spcAft>
              <a:buClr>
                <a:schemeClr val="dk1"/>
              </a:buClr>
              <a:buSzPts val="800"/>
              <a:buNone/>
              <a:defRPr sz="800" b="0"/>
            </a:lvl8pPr>
            <a:lvl9pPr marL="4114800" lvl="8" indent="-228600" algn="l">
              <a:lnSpc>
                <a:spcPct val="100000"/>
              </a:lnSpc>
              <a:spcBef>
                <a:spcPts val="0"/>
              </a:spcBef>
              <a:spcAft>
                <a:spcPts val="0"/>
              </a:spcAft>
              <a:buClr>
                <a:schemeClr val="dk1"/>
              </a:buClr>
              <a:buSzPts val="800"/>
              <a:buNone/>
              <a:defRPr sz="800" b="0"/>
            </a:lvl9pPr>
          </a:lstStyle>
          <a:p/>
        </p:txBody>
      </p:sp>
      <p:sp>
        <p:nvSpPr>
          <p:cNvPr id="54" name="Google Shape;54;p288"/>
          <p:cNvSpPr txBox="1">
            <a:spLocks noGrp="1"/>
          </p:cNvSpPr>
          <p:nvPr>
            <p:ph type="ftr" idx="11"/>
          </p:nvPr>
        </p:nvSpPr>
        <p:spPr>
          <a:xfrm>
            <a:off x="6312024" y="6246836"/>
            <a:ext cx="5040560" cy="288000"/>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30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88"/>
          <p:cNvSpPr txBox="1">
            <a:spLocks noGrp="1"/>
          </p:cNvSpPr>
          <p:nvPr>
            <p:ph type="sldNum" idx="12"/>
          </p:nvPr>
        </p:nvSpPr>
        <p:spPr>
          <a:xfrm>
            <a:off x="11424592" y="6246836"/>
            <a:ext cx="288000" cy="288000"/>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image" Target="../media/image4.pn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4" Type="http://schemas.openxmlformats.org/officeDocument/2006/relationships/theme" Target="../theme/theme2.xml"/><Relationship Id="rId33" Type="http://schemas.openxmlformats.org/officeDocument/2006/relationships/slideLayout" Target="../slideLayouts/slideLayout43.xml"/><Relationship Id="rId32" Type="http://schemas.openxmlformats.org/officeDocument/2006/relationships/slideLayout" Target="../slideLayouts/slideLayout42.xml"/><Relationship Id="rId31" Type="http://schemas.openxmlformats.org/officeDocument/2006/relationships/slideLayout" Target="../slideLayouts/slideLayout41.xml"/><Relationship Id="rId30" Type="http://schemas.openxmlformats.org/officeDocument/2006/relationships/slideLayout" Target="../slideLayouts/slideLayout40.xml"/><Relationship Id="rId3" Type="http://schemas.openxmlformats.org/officeDocument/2006/relationships/slideLayout" Target="../slideLayouts/slideLayout13.xml"/><Relationship Id="rId29" Type="http://schemas.openxmlformats.org/officeDocument/2006/relationships/slideLayout" Target="../slideLayouts/slideLayout39.xml"/><Relationship Id="rId28" Type="http://schemas.openxmlformats.org/officeDocument/2006/relationships/slideLayout" Target="../slideLayouts/slideLayout38.xml"/><Relationship Id="rId27" Type="http://schemas.openxmlformats.org/officeDocument/2006/relationships/slideLayout" Target="../slideLayouts/slideLayout37.xml"/><Relationship Id="rId26" Type="http://schemas.openxmlformats.org/officeDocument/2006/relationships/slideLayout" Target="../slideLayouts/slideLayout36.xml"/><Relationship Id="rId25" Type="http://schemas.openxmlformats.org/officeDocument/2006/relationships/slideLayout" Target="../slideLayouts/slideLayout35.xml"/><Relationship Id="rId24" Type="http://schemas.openxmlformats.org/officeDocument/2006/relationships/slideLayout" Target="../slideLayouts/slideLayout34.xml"/><Relationship Id="rId23" Type="http://schemas.openxmlformats.org/officeDocument/2006/relationships/slideLayout" Target="../slideLayouts/slideLayout33.xml"/><Relationship Id="rId22" Type="http://schemas.openxmlformats.org/officeDocument/2006/relationships/slideLayout" Target="../slideLayouts/slideLayout32.xml"/><Relationship Id="rId21" Type="http://schemas.openxmlformats.org/officeDocument/2006/relationships/slideLayout" Target="../slideLayouts/slideLayout31.xml"/><Relationship Id="rId20" Type="http://schemas.openxmlformats.org/officeDocument/2006/relationships/slideLayout" Target="../slideLayouts/slideLayout30.xml"/><Relationship Id="rId2" Type="http://schemas.openxmlformats.org/officeDocument/2006/relationships/slideLayout" Target="../slideLayouts/slideLayout12.xml"/><Relationship Id="rId19" Type="http://schemas.openxmlformats.org/officeDocument/2006/relationships/slideLayout" Target="../slideLayouts/slideLayout29.xml"/><Relationship Id="rId18" Type="http://schemas.openxmlformats.org/officeDocument/2006/relationships/slideLayout" Target="../slideLayouts/slideLayout28.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8"/>
        <p:cNvGrpSpPr/>
        <p:nvPr/>
      </p:nvGrpSpPr>
      <p:grpSpPr>
        <a:xfrm>
          <a:off x="0" y="0"/>
          <a:ext cx="0" cy="0"/>
          <a:chOff x="0" y="0"/>
          <a:chExt cx="0" cy="0"/>
        </a:xfrm>
      </p:grpSpPr>
      <p:sp>
        <p:nvSpPr>
          <p:cNvPr id="209" name="Google Shape;209;g34b931218a4_1_0"/>
          <p:cNvSpPr txBox="1">
            <a:spLocks noGrp="1"/>
          </p:cNvSpPr>
          <p:nvPr>
            <p:ph type="title"/>
          </p:nvPr>
        </p:nvSpPr>
        <p:spPr>
          <a:xfrm>
            <a:off x="276303" y="96276"/>
            <a:ext cx="11639394" cy="986568"/>
          </a:xfrm>
          <a:prstGeom prst="rect">
            <a:avLst/>
          </a:prstGeom>
          <a:noFill/>
          <a:ln>
            <a:noFill/>
          </a:ln>
        </p:spPr>
        <p:txBody>
          <a:bodyPr spcFirstLastPara="1" wrap="square" lIns="91425" tIns="45700" rIns="91425" bIns="45700" anchor="ctr" anchorCtr="0">
            <a:noAutofit/>
          </a:bodyPr>
          <a:lstStyle>
            <a:lvl1pPr marR="0" lvl="0" algn="ctr" rtl="0">
              <a:lnSpc>
                <a:spcPct val="70000"/>
              </a:lnSpc>
              <a:spcBef>
                <a:spcPts val="0"/>
              </a:spcBef>
              <a:spcAft>
                <a:spcPts val="0"/>
              </a:spcAft>
              <a:buClr>
                <a:schemeClr val="dk2"/>
              </a:buClr>
              <a:buSzPts val="4000"/>
              <a:buFont typeface="Calibri"/>
              <a:buNone/>
              <a:defRPr sz="4000" b="0" i="0" u="none" strike="noStrike" cap="non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10" name="Google Shape;210;g34b931218a4_1_0"/>
          <p:cNvSpPr txBox="1">
            <a:spLocks noGrp="1"/>
          </p:cNvSpPr>
          <p:nvPr>
            <p:ph type="body" idx="1"/>
          </p:nvPr>
        </p:nvSpPr>
        <p:spPr>
          <a:xfrm>
            <a:off x="826624" y="1082843"/>
            <a:ext cx="10538752" cy="539415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80000"/>
              </a:lnSpc>
              <a:spcBef>
                <a:spcPts val="1000"/>
              </a:spcBef>
              <a:spcAft>
                <a:spcPts val="0"/>
              </a:spcAft>
              <a:buClr>
                <a:schemeClr val="dk2"/>
              </a:buClr>
              <a:buSzPts val="2400"/>
              <a:buFont typeface="Arial" panose="020B0604020202090204"/>
              <a:buChar char="•"/>
              <a:defRPr sz="2400" b="0" i="0" u="none" strike="noStrike" cap="none">
                <a:solidFill>
                  <a:srgbClr val="4A4B4E"/>
                </a:solidFill>
                <a:latin typeface="Calibri"/>
                <a:ea typeface="Calibri"/>
                <a:cs typeface="Calibri"/>
                <a:sym typeface="Calibri"/>
              </a:defRPr>
            </a:lvl1pPr>
            <a:lvl2pPr marL="914400" marR="0" lvl="1" indent="-349250" algn="l" rtl="0">
              <a:lnSpc>
                <a:spcPct val="80000"/>
              </a:lnSpc>
              <a:spcBef>
                <a:spcPts val="600"/>
              </a:spcBef>
              <a:spcAft>
                <a:spcPts val="0"/>
              </a:spcAft>
              <a:buClr>
                <a:srgbClr val="4A4B4E"/>
              </a:buClr>
              <a:buSzPts val="1900"/>
              <a:buFont typeface="Calibri"/>
              <a:buChar char="−"/>
              <a:defRPr sz="1900" b="0" i="0" u="none" strike="noStrike" cap="none">
                <a:solidFill>
                  <a:srgbClr val="4A4B4E"/>
                </a:solidFill>
                <a:latin typeface="Calibri"/>
                <a:ea typeface="Calibri"/>
                <a:cs typeface="Calibri"/>
                <a:sym typeface="Calibri"/>
              </a:defRPr>
            </a:lvl2pPr>
            <a:lvl3pPr marL="1371600" marR="0" lvl="2" indent="-330200" algn="l" rtl="0">
              <a:lnSpc>
                <a:spcPct val="80000"/>
              </a:lnSpc>
              <a:spcBef>
                <a:spcPts val="600"/>
              </a:spcBef>
              <a:spcAft>
                <a:spcPts val="0"/>
              </a:spcAft>
              <a:buClr>
                <a:srgbClr val="4A4B4E"/>
              </a:buClr>
              <a:buSzPts val="1600"/>
              <a:buFont typeface="Arial" panose="020B0604020202090204"/>
              <a:buChar char="•"/>
              <a:defRPr sz="1600" b="0" i="0" u="none" strike="noStrike" cap="none">
                <a:solidFill>
                  <a:srgbClr val="4A4B4E"/>
                </a:solidFill>
                <a:latin typeface="Calibri"/>
                <a:ea typeface="Calibri"/>
                <a:cs typeface="Calibri"/>
                <a:sym typeface="Calibri"/>
              </a:defRPr>
            </a:lvl3pPr>
            <a:lvl4pPr marL="1828800" marR="0" lvl="3" indent="-330200" algn="l" rtl="0">
              <a:lnSpc>
                <a:spcPct val="80000"/>
              </a:lnSpc>
              <a:spcBef>
                <a:spcPts val="600"/>
              </a:spcBef>
              <a:spcAft>
                <a:spcPts val="0"/>
              </a:spcAft>
              <a:buClr>
                <a:srgbClr val="4A4B4E"/>
              </a:buClr>
              <a:buSzPts val="1600"/>
              <a:buFont typeface="Arial" panose="020B0604020202090204"/>
              <a:buChar char="•"/>
              <a:defRPr sz="1600" b="0" i="0" u="none" strike="noStrike" cap="none">
                <a:solidFill>
                  <a:srgbClr val="4A4B4E"/>
                </a:solidFill>
                <a:latin typeface="Calibri"/>
                <a:ea typeface="Calibri"/>
                <a:cs typeface="Calibri"/>
                <a:sym typeface="Calibri"/>
              </a:defRPr>
            </a:lvl4pPr>
            <a:lvl5pPr marL="2286000" marR="0" lvl="4" indent="-330200" algn="l" rtl="0">
              <a:lnSpc>
                <a:spcPct val="80000"/>
              </a:lnSpc>
              <a:spcBef>
                <a:spcPts val="600"/>
              </a:spcBef>
              <a:spcAft>
                <a:spcPts val="0"/>
              </a:spcAft>
              <a:buClr>
                <a:srgbClr val="4A4B4E"/>
              </a:buClr>
              <a:buSzPts val="1600"/>
              <a:buFont typeface="Arial" panose="020B0604020202090204"/>
              <a:buChar char="•"/>
              <a:defRPr sz="1600" b="0" i="0" u="none" strike="noStrike" cap="none">
                <a:solidFill>
                  <a:srgbClr val="4A4B4E"/>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9pPr>
          </a:lstStyle>
          <a:p/>
        </p:txBody>
      </p:sp>
      <p:sp>
        <p:nvSpPr>
          <p:cNvPr id="214" name="Google Shape;214;g34b931218a4_1_0"/>
          <p:cNvSpPr txBox="1"/>
          <p:nvPr/>
        </p:nvSpPr>
        <p:spPr>
          <a:xfrm>
            <a:off x="11017792" y="6521025"/>
            <a:ext cx="1019596" cy="246221"/>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000">
                <a:solidFill>
                  <a:srgbClr val="9D9EA0"/>
                </a:solidFill>
                <a:latin typeface="Calibri"/>
                <a:ea typeface="Calibri"/>
                <a:cs typeface="Calibri"/>
                <a:sym typeface="Calibri"/>
              </a:rPr>
            </a:fld>
            <a:endParaRPr sz="1000">
              <a:solidFill>
                <a:srgbClr val="9D9EA0"/>
              </a:solidFill>
              <a:latin typeface="Calibri"/>
              <a:ea typeface="Calibri"/>
              <a:cs typeface="Calibri"/>
              <a:sym typeface="Calibri"/>
            </a:endParaRPr>
          </a:p>
        </p:txBody>
      </p:sp>
      <p:sp>
        <p:nvSpPr>
          <p:cNvPr id="215" name="Google Shape;215;g34b931218a4_1_0"/>
          <p:cNvSpPr txBox="1"/>
          <p:nvPr/>
        </p:nvSpPr>
        <p:spPr>
          <a:xfrm>
            <a:off x="3949561" y="6521025"/>
            <a:ext cx="4292878" cy="24622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AEABAB"/>
              </a:buClr>
              <a:buSzPts val="1000"/>
              <a:buFont typeface="Calibri"/>
              <a:buNone/>
            </a:pPr>
            <a:r>
              <a:rPr lang="en-US" sz="1000">
                <a:solidFill>
                  <a:srgbClr val="AEABAB"/>
                </a:solidFill>
                <a:latin typeface="Calibri"/>
                <a:ea typeface="Calibri"/>
                <a:cs typeface="Calibri"/>
                <a:sym typeface="Calibri"/>
              </a:rPr>
              <a:t>Copyright © Veeva Systems 2025</a:t>
            </a:r>
            <a:endParaRPr lang="en-US" sz="1000">
              <a:solidFill>
                <a:srgbClr val="AEABAB"/>
              </a:solidFill>
              <a:latin typeface="Calibri"/>
              <a:ea typeface="Calibri"/>
              <a:cs typeface="Calibri"/>
              <a:sym typeface="Calibri"/>
            </a:endParaRPr>
          </a:p>
        </p:txBody>
      </p:sp>
      <p:pic>
        <p:nvPicPr>
          <p:cNvPr id="2" name="Picture 1" descr="Logo&#10;&#10;Description automatically generated"/>
          <p:cNvPicPr>
            <a:picLocks noChangeAspect="1"/>
          </p:cNvPicPr>
          <p:nvPr userDrawn="1"/>
        </p:nvPicPr>
        <p:blipFill>
          <a:blip r:embed="rId11"/>
          <a:stretch>
            <a:fillRect/>
          </a:stretch>
        </p:blipFill>
        <p:spPr>
          <a:xfrm>
            <a:off x="141685" y="6461762"/>
            <a:ext cx="819557" cy="284284"/>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9"/>
          <p:cNvSpPr txBox="1">
            <a:spLocks noGrp="1"/>
          </p:cNvSpPr>
          <p:nvPr>
            <p:ph type="body" idx="1"/>
          </p:nvPr>
        </p:nvSpPr>
        <p:spPr>
          <a:xfrm>
            <a:off x="826624" y="1082843"/>
            <a:ext cx="11098676" cy="539415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80000"/>
              </a:lnSpc>
              <a:spcBef>
                <a:spcPts val="1000"/>
              </a:spcBef>
              <a:spcAft>
                <a:spcPts val="0"/>
              </a:spcAft>
              <a:buClr>
                <a:schemeClr val="dk2"/>
              </a:buClr>
              <a:buSzPts val="2400"/>
              <a:buFont typeface="Arial" panose="020B0604020202090204"/>
              <a:buChar char="•"/>
              <a:defRPr sz="2400" b="0" i="0" u="none" strike="noStrike" cap="none">
                <a:solidFill>
                  <a:srgbClr val="4A4B4E"/>
                </a:solidFill>
                <a:latin typeface="Calibri"/>
                <a:ea typeface="Calibri"/>
                <a:cs typeface="Calibri"/>
                <a:sym typeface="Calibri"/>
              </a:defRPr>
            </a:lvl1pPr>
            <a:lvl2pPr marL="914400" marR="0" lvl="1" indent="-349250" algn="l" rtl="0">
              <a:lnSpc>
                <a:spcPct val="80000"/>
              </a:lnSpc>
              <a:spcBef>
                <a:spcPts val="600"/>
              </a:spcBef>
              <a:spcAft>
                <a:spcPts val="0"/>
              </a:spcAft>
              <a:buClr>
                <a:srgbClr val="4A4B4E"/>
              </a:buClr>
              <a:buSzPts val="1900"/>
              <a:buFont typeface="Calibri"/>
              <a:buChar char="−"/>
              <a:defRPr sz="1900" b="0" i="0" u="none" strike="noStrike" cap="none">
                <a:solidFill>
                  <a:srgbClr val="4A4B4E"/>
                </a:solidFill>
                <a:latin typeface="Calibri"/>
                <a:ea typeface="Calibri"/>
                <a:cs typeface="Calibri"/>
                <a:sym typeface="Calibri"/>
              </a:defRPr>
            </a:lvl2pPr>
            <a:lvl3pPr marL="1371600" marR="0" lvl="2" indent="-330200" algn="l" rtl="0">
              <a:lnSpc>
                <a:spcPct val="80000"/>
              </a:lnSpc>
              <a:spcBef>
                <a:spcPts val="600"/>
              </a:spcBef>
              <a:spcAft>
                <a:spcPts val="0"/>
              </a:spcAft>
              <a:buClr>
                <a:srgbClr val="4A4B4E"/>
              </a:buClr>
              <a:buSzPts val="1600"/>
              <a:buFont typeface="Arial" panose="020B0604020202090204"/>
              <a:buChar char="•"/>
              <a:defRPr sz="1600" b="0" i="0" u="none" strike="noStrike" cap="none">
                <a:solidFill>
                  <a:srgbClr val="4A4B4E"/>
                </a:solidFill>
                <a:latin typeface="Calibri"/>
                <a:ea typeface="Calibri"/>
                <a:cs typeface="Calibri"/>
                <a:sym typeface="Calibri"/>
              </a:defRPr>
            </a:lvl3pPr>
            <a:lvl4pPr marL="1828800" marR="0" lvl="3" indent="-330200" algn="l" rtl="0">
              <a:lnSpc>
                <a:spcPct val="80000"/>
              </a:lnSpc>
              <a:spcBef>
                <a:spcPts val="600"/>
              </a:spcBef>
              <a:spcAft>
                <a:spcPts val="0"/>
              </a:spcAft>
              <a:buClr>
                <a:srgbClr val="4A4B4E"/>
              </a:buClr>
              <a:buSzPts val="1600"/>
              <a:buFont typeface="Arial" panose="020B0604020202090204"/>
              <a:buChar char="•"/>
              <a:defRPr sz="1600" b="0" i="0" u="none" strike="noStrike" cap="none">
                <a:solidFill>
                  <a:srgbClr val="4A4B4E"/>
                </a:solidFill>
                <a:latin typeface="Calibri"/>
                <a:ea typeface="Calibri"/>
                <a:cs typeface="Calibri"/>
                <a:sym typeface="Calibri"/>
              </a:defRPr>
            </a:lvl4pPr>
            <a:lvl5pPr marL="2286000" marR="0" lvl="4" indent="-330200" algn="l" rtl="0">
              <a:lnSpc>
                <a:spcPct val="80000"/>
              </a:lnSpc>
              <a:spcBef>
                <a:spcPts val="600"/>
              </a:spcBef>
              <a:spcAft>
                <a:spcPts val="0"/>
              </a:spcAft>
              <a:buClr>
                <a:srgbClr val="4A4B4E"/>
              </a:buClr>
              <a:buSzPts val="1600"/>
              <a:buFont typeface="Arial" panose="020B0604020202090204"/>
              <a:buChar char="•"/>
              <a:defRPr sz="1600" b="0" i="0" u="none" strike="noStrike" cap="none">
                <a:solidFill>
                  <a:srgbClr val="4A4B4E"/>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9pPr>
          </a:lstStyle>
          <a:p/>
        </p:txBody>
      </p:sp>
      <p:sp>
        <p:nvSpPr>
          <p:cNvPr id="11" name="Google Shape;11;p19"/>
          <p:cNvSpPr txBox="1">
            <a:spLocks noGrp="1"/>
          </p:cNvSpPr>
          <p:nvPr>
            <p:ph type="title"/>
          </p:nvPr>
        </p:nvSpPr>
        <p:spPr>
          <a:xfrm>
            <a:off x="276303" y="96276"/>
            <a:ext cx="11639394" cy="986568"/>
          </a:xfrm>
          <a:prstGeom prst="rect">
            <a:avLst/>
          </a:prstGeom>
          <a:noFill/>
          <a:ln>
            <a:noFill/>
          </a:ln>
        </p:spPr>
        <p:txBody>
          <a:bodyPr spcFirstLastPara="1" wrap="square" lIns="91425" tIns="45700" rIns="91425" bIns="45700" anchor="ctr" anchorCtr="0">
            <a:noAutofit/>
          </a:bodyPr>
          <a:lstStyle>
            <a:lvl1pPr marR="0" lvl="0" algn="ctr" rtl="0">
              <a:lnSpc>
                <a:spcPct val="70000"/>
              </a:lnSpc>
              <a:spcBef>
                <a:spcPts val="0"/>
              </a:spcBef>
              <a:spcAft>
                <a:spcPts val="0"/>
              </a:spcAft>
              <a:buClr>
                <a:schemeClr val="dk2"/>
              </a:buClr>
              <a:buSzPts val="4000"/>
              <a:buFont typeface="Calibri"/>
              <a:buNone/>
              <a:defRPr sz="4000" b="0" i="0" u="none" strike="noStrike" cap="non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5" name="Google Shape;15;p19"/>
          <p:cNvSpPr txBox="1"/>
          <p:nvPr/>
        </p:nvSpPr>
        <p:spPr>
          <a:xfrm>
            <a:off x="11017792" y="6521025"/>
            <a:ext cx="1019596" cy="246221"/>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000">
                <a:solidFill>
                  <a:srgbClr val="9D9EA0"/>
                </a:solidFill>
                <a:latin typeface="Calibri"/>
                <a:ea typeface="Calibri"/>
                <a:cs typeface="Calibri"/>
                <a:sym typeface="Calibri"/>
              </a:rPr>
            </a:fld>
            <a:endParaRPr sz="1000">
              <a:solidFill>
                <a:srgbClr val="9D9EA0"/>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Lst>
  <p:transition>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vmlDrawing" Target="../drawings/vmlDrawing2.vml"/><Relationship Id="rId4" Type="http://schemas.openxmlformats.org/officeDocument/2006/relationships/slideLayout" Target="../slideLayouts/slideLayout10.xml"/><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42.xml"/><Relationship Id="rId2" Type="http://schemas.openxmlformats.org/officeDocument/2006/relationships/image" Target="../media/image8.png"/><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42.xml"/><Relationship Id="rId2" Type="http://schemas.openxmlformats.org/officeDocument/2006/relationships/image" Target="../media/image9.png"/><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42.xml"/><Relationship Id="rId5" Type="http://schemas.openxmlformats.org/officeDocument/2006/relationships/tags" Target="../tags/tag7.xml"/><Relationship Id="rId4" Type="http://schemas.openxmlformats.org/officeDocument/2006/relationships/image" Target="../media/image11.png"/><Relationship Id="rId3" Type="http://schemas.openxmlformats.org/officeDocument/2006/relationships/tags" Target="../tags/tag6.xml"/><Relationship Id="rId2" Type="http://schemas.openxmlformats.org/officeDocument/2006/relationships/image" Target="../media/image10.png"/><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42.xml"/><Relationship Id="rId2" Type="http://schemas.openxmlformats.org/officeDocument/2006/relationships/image" Target="../media/image12.png"/><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tags" Target="../tags/tag13.xml"/><Relationship Id="rId7" Type="http://schemas.openxmlformats.org/officeDocument/2006/relationships/image" Target="../media/image15.png"/><Relationship Id="rId6" Type="http://schemas.openxmlformats.org/officeDocument/2006/relationships/tags" Target="../tags/tag12.xml"/><Relationship Id="rId5" Type="http://schemas.openxmlformats.org/officeDocument/2006/relationships/image" Target="../media/image14.png"/><Relationship Id="rId4" Type="http://schemas.openxmlformats.org/officeDocument/2006/relationships/tags" Target="../tags/tag11.xml"/><Relationship Id="rId3" Type="http://schemas.openxmlformats.org/officeDocument/2006/relationships/image" Target="../media/image13.png"/><Relationship Id="rId2" Type="http://schemas.openxmlformats.org/officeDocument/2006/relationships/tags" Target="../tags/tag10.xml"/><Relationship Id="rId11" Type="http://schemas.openxmlformats.org/officeDocument/2006/relationships/notesSlide" Target="../notesSlides/notesSlide12.xml"/><Relationship Id="rId10" Type="http://schemas.openxmlformats.org/officeDocument/2006/relationships/slideLayout" Target="../slideLayouts/slideLayout42.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Slide" r:id="rId2" imgW="0" imgH="0" progId="TCLayout.ActiveDocument.1">
                  <p:embed/>
                </p:oleObj>
              </mc:Choice>
              <mc:Fallback>
                <p:oleObj name="think-cell Slide" r:id="rId2" imgW="0" imgH="0" progId="TCLayout.ActiveDocument.1">
                  <p:embed/>
                  <p:pic>
                    <p:nvPicPr>
                      <p:cNvPr id="0" name="Object 6" hidden="1"/>
                      <p:cNvPicPr/>
                      <p:nvPr/>
                    </p:nvPicPr>
                    <p:blipFill>
                      <a:blip r:embed="rId3"/>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ctrTitle"/>
          </p:nvPr>
        </p:nvSpPr>
        <p:spPr>
          <a:xfrm>
            <a:off x="1616839" y="796290"/>
            <a:ext cx="8935720" cy="1561465"/>
          </a:xfrm>
        </p:spPr>
        <p:txBody>
          <a:bodyPr vert="horz"/>
          <a:lstStyle/>
          <a:p>
            <a:pPr>
              <a:lnSpc>
                <a:spcPct val="100000"/>
              </a:lnSpc>
            </a:pPr>
            <a:r>
              <a:rPr lang="en-US" dirty="0"/>
              <a:t>Money in Medicine: Structural and Geographic Concentration of Industry Payments (2023)</a:t>
            </a:r>
            <a:endParaRPr lang="en-US" dirty="0"/>
          </a:p>
        </p:txBody>
      </p:sp>
      <p:sp>
        <p:nvSpPr>
          <p:cNvPr id="10" name="Text Placeholder 9"/>
          <p:cNvSpPr>
            <a:spLocks noGrp="1"/>
          </p:cNvSpPr>
          <p:nvPr>
            <p:ph type="body" sz="quarter" idx="11"/>
          </p:nvPr>
        </p:nvSpPr>
        <p:spPr>
          <a:xfrm>
            <a:off x="1616839" y="4736783"/>
            <a:ext cx="9144000" cy="419100"/>
          </a:xfrm>
        </p:spPr>
        <p:txBody>
          <a:bodyPr/>
          <a:lstStyle/>
          <a:p>
            <a:r>
              <a:rPr lang="en-US" sz="1800" dirty="0"/>
              <a:t>Quinn Gan</a:t>
            </a:r>
            <a:endParaRPr lang="en-US" sz="1800" dirty="0"/>
          </a:p>
        </p:txBody>
      </p:sp>
      <p:sp>
        <p:nvSpPr>
          <p:cNvPr id="5" name="Title 1"/>
          <p:cNvSpPr txBox="1"/>
          <p:nvPr/>
        </p:nvSpPr>
        <p:spPr>
          <a:xfrm>
            <a:off x="1616839" y="3178726"/>
            <a:ext cx="9144000" cy="384281"/>
          </a:xfrm>
          <a:prstGeom prst="rect">
            <a:avLst/>
          </a:prstGeom>
        </p:spPr>
        <p:txBody>
          <a:bodyPr vert="horz" lIns="91440" tIns="45720" rIns="91440" bIns="45720" rtlCol="0" anchor="ctr" anchorCtr="0">
            <a:noAutofit/>
          </a:bodyPr>
          <a:lstStyle>
            <a:lvl1pPr algn="l" defTabSz="914400" rtl="0" eaLnBrk="1" latinLnBrk="0" hangingPunct="1">
              <a:lnSpc>
                <a:spcPct val="80000"/>
              </a:lnSpc>
              <a:spcBef>
                <a:spcPct val="0"/>
              </a:spcBef>
              <a:buNone/>
              <a:defRPr sz="4000" b="1" kern="1200">
                <a:solidFill>
                  <a:schemeClr val="bg1"/>
                </a:solidFill>
                <a:latin typeface="Calibri Light" panose="020F0302020204030204" pitchFamily="34" charset="0"/>
                <a:ea typeface="+mj-ea"/>
                <a:cs typeface="Calibri Light" panose="020F0302020204030204" pitchFamily="34" charset="0"/>
              </a:defRPr>
            </a:lvl1pPr>
          </a:lstStyle>
          <a:p>
            <a:pPr>
              <a:lnSpc>
                <a:spcPct val="100000"/>
              </a:lnSpc>
            </a:pPr>
            <a:r>
              <a:rPr lang="en-US" sz="2400" dirty="0"/>
              <a:t>Revealing Structural Concentration and Geographic Preferences in Pharmaceutical Industry Fund Distribution</a:t>
            </a:r>
            <a:endParaRPr lang="en-US" sz="2400" dirty="0"/>
          </a:p>
        </p:txBody>
      </p:sp>
      <p:sp>
        <p:nvSpPr>
          <p:cNvPr id="4" name="Text Box 3"/>
          <p:cNvSpPr txBox="1"/>
          <p:nvPr/>
        </p:nvSpPr>
        <p:spPr>
          <a:xfrm>
            <a:off x="2468245" y="1094105"/>
            <a:ext cx="4064000" cy="368300"/>
          </a:xfrm>
          <a:prstGeom prst="rect">
            <a:avLst/>
          </a:prstGeom>
          <a:noFill/>
        </p:spPr>
        <p:txBody>
          <a:bodyPr wrap="square" rtlCol="0">
            <a:spAutoFit/>
          </a:bodyPr>
          <a:p>
            <a:endParaRPr lang="en-US"/>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8"/>
          <p:cNvSpPr txBox="1">
            <a:spLocks noGrp="1"/>
          </p:cNvSpPr>
          <p:nvPr>
            <p:ph type="title"/>
          </p:nvPr>
        </p:nvSpPr>
        <p:spPr>
          <a:xfrm>
            <a:off x="276303" y="240653"/>
            <a:ext cx="11639394" cy="1101213"/>
          </a:xfrm>
          <a:prstGeom prst="rect">
            <a:avLst/>
          </a:prstGeom>
          <a:noFill/>
          <a:ln>
            <a:noFill/>
          </a:ln>
        </p:spPr>
        <p:txBody>
          <a:bodyPr spcFirstLastPara="1" wrap="square" lIns="91425" tIns="45700" rIns="91425" bIns="45700" anchor="ctr" anchorCtr="0">
            <a:noAutofit/>
          </a:bodyPr>
          <a:lstStyle/>
          <a:p>
            <a:pPr marL="0" lvl="0" indent="0" algn="ctr" rtl="0">
              <a:lnSpc>
                <a:spcPct val="70000"/>
              </a:lnSpc>
              <a:spcBef>
                <a:spcPts val="0"/>
              </a:spcBef>
              <a:spcAft>
                <a:spcPts val="0"/>
              </a:spcAft>
              <a:buClr>
                <a:schemeClr val="dk2"/>
              </a:buClr>
              <a:buSzPts val="3600"/>
              <a:buFont typeface="Calibri"/>
              <a:buNone/>
            </a:pPr>
            <a:r>
              <a:rPr lang="en-US" b="1"/>
              <a:t>Roadmap</a:t>
            </a:r>
            <a:endParaRPr dirty="0"/>
          </a:p>
        </p:txBody>
      </p:sp>
      <p:graphicFrame>
        <p:nvGraphicFramePr>
          <p:cNvPr id="564" name="Google Shape;564;p8"/>
          <p:cNvGraphicFramePr/>
          <p:nvPr/>
        </p:nvGraphicFramePr>
        <p:xfrm>
          <a:off x="6096000" y="1792295"/>
          <a:ext cx="4924425" cy="3959860"/>
        </p:xfrm>
        <a:graphic>
          <a:graphicData uri="http://schemas.openxmlformats.org/drawingml/2006/table">
            <a:tbl>
              <a:tblPr>
                <a:noFill/>
              </a:tblPr>
              <a:tblGrid>
                <a:gridCol w="558975"/>
                <a:gridCol w="4365350"/>
              </a:tblGrid>
              <a:tr h="792000">
                <a:tc>
                  <a:txBody>
                    <a:bodyPr/>
                    <a:lstStyle/>
                    <a:p>
                      <a:pPr marL="0" marR="0" lvl="0" indent="0" algn="ctr" rtl="0">
                        <a:spcBef>
                          <a:spcPts val="0"/>
                        </a:spcBef>
                        <a:spcAft>
                          <a:spcPts val="0"/>
                        </a:spcAft>
                        <a:buNone/>
                      </a:pPr>
                      <a:r>
                        <a:rPr lang="en-US" sz="1600" b="1" u="none" strike="noStrike" cap="none" dirty="0">
                          <a:solidFill>
                            <a:schemeClr val="lt1"/>
                          </a:solidFill>
                        </a:rPr>
                        <a:t>1</a:t>
                      </a:r>
                      <a:endParaRPr dirty="0"/>
                    </a:p>
                  </a:txBody>
                  <a:tcPr marL="91450" marR="91450" marT="45725" marB="45725"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dk2"/>
                    </a:solidFill>
                  </a:tcPr>
                </a:tc>
                <a:tc>
                  <a:txBody>
                    <a:bodyPr/>
                    <a:lstStyle/>
                    <a:p>
                      <a:pPr marL="0" marR="0" lvl="0" algn="l" rtl="0">
                        <a:spcBef>
                          <a:spcPts val="0"/>
                        </a:spcBef>
                        <a:spcAft>
                          <a:spcPts val="0"/>
                        </a:spcAft>
                        <a:buSzPts val="1800"/>
                        <a:buFont typeface="Calibri"/>
                        <a:buNone/>
                      </a:pPr>
                      <a:r>
                        <a:rPr lang="en-US" sz="1800" i="0" u="none" strike="noStrike" cap="none" dirty="0">
                          <a:solidFill>
                            <a:schemeClr val="accent2"/>
                          </a:solidFill>
                          <a:latin typeface="Calibri"/>
                          <a:ea typeface="Microsoft YaHei UI Light" panose="020B0502040204020203" pitchFamily="34" charset="-122"/>
                          <a:cs typeface="Calibri"/>
                          <a:sym typeface="Calibri"/>
                        </a:rPr>
                        <a:t>Background</a:t>
                      </a:r>
                      <a:endParaRPr lang="en-US" sz="1800" i="0" u="none" strike="noStrike" cap="none" dirty="0">
                        <a:solidFill>
                          <a:schemeClr val="accent2"/>
                        </a:solidFill>
                        <a:latin typeface="Calibri"/>
                        <a:ea typeface="Microsoft YaHei UI Light" panose="020B0502040204020203" pitchFamily="34" charset="-122"/>
                        <a:cs typeface="Calibri"/>
                        <a:sym typeface="Calibri"/>
                      </a:endParaRPr>
                    </a:p>
                  </a:txBody>
                  <a:tcPr marL="91450" marR="91450" marT="45725" marB="45725"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tr>
              <a:tr h="792000">
                <a:tc>
                  <a:txBody>
                    <a:bodyPr/>
                    <a:lstStyle/>
                    <a:p>
                      <a:pPr marL="0" marR="0" lvl="0" indent="0" algn="ctr" rtl="0">
                        <a:spcBef>
                          <a:spcPts val="0"/>
                        </a:spcBef>
                        <a:spcAft>
                          <a:spcPts val="0"/>
                        </a:spcAft>
                        <a:buNone/>
                      </a:pPr>
                      <a:r>
                        <a:rPr lang="en-US" altLang="zh-CN" sz="1600" b="1" u="none" strike="noStrike" cap="none" dirty="0">
                          <a:solidFill>
                            <a:schemeClr val="lt1"/>
                          </a:solidFill>
                        </a:rPr>
                        <a:t>2</a:t>
                      </a:r>
                      <a:endParaRPr dirty="0"/>
                    </a:p>
                  </a:txBody>
                  <a:tcPr marL="91450" marR="91450" marT="45725" marB="45725"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dk2"/>
                    </a:solidFill>
                  </a:tcPr>
                </a:tc>
                <a:tc>
                  <a:txBody>
                    <a:bodyPr/>
                    <a:lstStyle/>
                    <a:p>
                      <a:pPr marL="0" marR="0" lvl="0" indent="0" algn="l" rtl="0">
                        <a:lnSpc>
                          <a:spcPct val="100000"/>
                        </a:lnSpc>
                        <a:spcBef>
                          <a:spcPts val="0"/>
                        </a:spcBef>
                        <a:spcAft>
                          <a:spcPts val="0"/>
                        </a:spcAft>
                        <a:buClr>
                          <a:srgbClr val="646569"/>
                        </a:buClr>
                        <a:buSzPts val="1800"/>
                        <a:buFont typeface="Calibri"/>
                        <a:buNone/>
                      </a:pPr>
                      <a:r>
                        <a:rPr lang="en-US" sz="1800" b="0" i="0" u="none" strike="noStrike" cap="none" dirty="0">
                          <a:solidFill>
                            <a:schemeClr val="accent2"/>
                          </a:solidFill>
                          <a:latin typeface="Calibri"/>
                          <a:ea typeface="Microsoft YaHei UI Light" panose="020B0502040204020203" pitchFamily="34" charset="-122"/>
                          <a:cs typeface="Calibri"/>
                          <a:sym typeface="Calibri"/>
                        </a:rPr>
                        <a:t>Research Questions</a:t>
                      </a:r>
                      <a:endParaRPr lang="en-US" sz="1800" b="0" i="0" u="none" strike="noStrike" cap="none" dirty="0">
                        <a:solidFill>
                          <a:schemeClr val="accent2"/>
                        </a:solidFill>
                        <a:latin typeface="Calibri"/>
                        <a:ea typeface="Microsoft YaHei UI Light" panose="020B0502040204020203" pitchFamily="34" charset="-122"/>
                        <a:cs typeface="Calibri"/>
                        <a:sym typeface="Calibri"/>
                      </a:endParaRPr>
                    </a:p>
                  </a:txBody>
                  <a:tcPr marL="91450" marR="91450" marT="45725" marB="45725"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tr>
              <a:tr h="792000">
                <a:tc>
                  <a:txBody>
                    <a:bodyPr/>
                    <a:lstStyle/>
                    <a:p>
                      <a:pPr marL="0" marR="0" lvl="0" indent="0" algn="ctr" rtl="0">
                        <a:spcBef>
                          <a:spcPts val="0"/>
                        </a:spcBef>
                        <a:spcAft>
                          <a:spcPts val="0"/>
                        </a:spcAft>
                        <a:buNone/>
                      </a:pPr>
                      <a:r>
                        <a:rPr lang="en-US" altLang="zh-CN" sz="1600" b="1" u="none" strike="noStrike" cap="none" dirty="0">
                          <a:solidFill>
                            <a:schemeClr val="lt1"/>
                          </a:solidFill>
                        </a:rPr>
                        <a:t>3</a:t>
                      </a:r>
                      <a:endParaRPr dirty="0"/>
                    </a:p>
                  </a:txBody>
                  <a:tcPr marL="91450" marR="91450" marT="45725" marB="45725"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dk2"/>
                    </a:solidFill>
                  </a:tcPr>
                </a:tc>
                <a:tc>
                  <a:txBody>
                    <a:bodyPr/>
                    <a:lstStyle/>
                    <a:p>
                      <a:pPr marL="0" marR="0" lvl="0" indent="0" algn="l" rtl="0">
                        <a:spcBef>
                          <a:spcPts val="0"/>
                        </a:spcBef>
                        <a:spcAft>
                          <a:spcPts val="0"/>
                        </a:spcAft>
                        <a:buNone/>
                      </a:pPr>
                      <a:r>
                        <a:rPr lang="en-US" sz="1800" b="0" i="0" u="none" strike="noStrike" cap="none" dirty="0">
                          <a:solidFill>
                            <a:schemeClr val="accent2"/>
                          </a:solidFill>
                          <a:latin typeface="Calibri"/>
                          <a:ea typeface="Microsoft YaHei UI Light" panose="020B0502040204020203" pitchFamily="34" charset="-122"/>
                          <a:cs typeface="Calibri"/>
                          <a:sym typeface="Calibri"/>
                        </a:rPr>
                        <a:t>Methodology</a:t>
                      </a:r>
                      <a:endParaRPr lang="en-US" sz="1800" b="0" i="0" u="none" strike="noStrike" cap="none" dirty="0">
                        <a:solidFill>
                          <a:schemeClr val="accent2"/>
                        </a:solidFill>
                        <a:latin typeface="Calibri"/>
                        <a:ea typeface="Microsoft YaHei UI Light" panose="020B0502040204020203" pitchFamily="34" charset="-122"/>
                        <a:cs typeface="Calibri"/>
                        <a:sym typeface="Calibri"/>
                      </a:endParaRPr>
                    </a:p>
                  </a:txBody>
                  <a:tcPr marL="91450" marR="91450" marT="45725" marB="45725"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tr>
              <a:tr h="792000">
                <a:tc>
                  <a:txBody>
                    <a:bodyPr/>
                    <a:p>
                      <a:pPr marL="0" marR="0" lvl="0" indent="0" algn="ctr" rtl="0">
                        <a:spcBef>
                          <a:spcPts val="0"/>
                        </a:spcBef>
                        <a:spcAft>
                          <a:spcPts val="0"/>
                        </a:spcAft>
                        <a:buNone/>
                      </a:pPr>
                      <a:r>
                        <a:rPr lang="en-US" altLang="zh-CN" sz="1600" b="1" dirty="0">
                          <a:solidFill>
                            <a:schemeClr val="lt1"/>
                          </a:solidFill>
                        </a:rPr>
                        <a:t>4</a:t>
                      </a:r>
                      <a:endParaRPr lang="en-US" altLang="zh-CN" sz="1600" b="1" dirty="0">
                        <a:solidFill>
                          <a:schemeClr val="lt1"/>
                        </a:solidFill>
                      </a:endParaRPr>
                    </a:p>
                  </a:txBody>
                  <a:tcPr marL="91450" marR="91450" marT="45725" marB="45725"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dk2"/>
                    </a:solidFill>
                  </a:tcPr>
                </a:tc>
                <a:tc>
                  <a:txBody>
                    <a:bodyPr/>
                    <a:p>
                      <a:pPr marL="0" marR="0" lvl="0" indent="0" algn="l" rtl="0">
                        <a:spcBef>
                          <a:spcPts val="0"/>
                        </a:spcBef>
                        <a:spcAft>
                          <a:spcPts val="0"/>
                        </a:spcAft>
                        <a:buNone/>
                      </a:pPr>
                      <a:r>
                        <a:rPr lang="en-US" sz="1800" b="0" i="0" u="none" strike="noStrike" cap="none" dirty="0">
                          <a:solidFill>
                            <a:schemeClr val="accent2"/>
                          </a:solidFill>
                          <a:latin typeface="Calibri"/>
                          <a:ea typeface="Microsoft YaHei UI Light" panose="020B0502040204020203" pitchFamily="34" charset="-122"/>
                          <a:cs typeface="Calibri"/>
                          <a:sym typeface="Calibri"/>
                        </a:rPr>
                        <a:t>Results &amp; Dashboard</a:t>
                      </a:r>
                      <a:endParaRPr lang="en-US" sz="1800" b="0" i="0" u="none" strike="noStrike" cap="none" dirty="0">
                        <a:solidFill>
                          <a:schemeClr val="accent2"/>
                        </a:solidFill>
                        <a:latin typeface="Calibri"/>
                        <a:ea typeface="Microsoft YaHei UI Light" panose="020B0502040204020203" pitchFamily="34" charset="-122"/>
                        <a:cs typeface="Calibri"/>
                        <a:sym typeface="Calibri"/>
                      </a:endParaRPr>
                    </a:p>
                  </a:txBody>
                  <a:tcPr marL="91450" marR="91450" marT="45725" marB="45725"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tr>
              <a:tr h="792000">
                <a:tc>
                  <a:txBody>
                    <a:bodyPr/>
                    <a:p>
                      <a:pPr marL="0" marR="0" lvl="0" indent="0" algn="ctr" rtl="0">
                        <a:spcBef>
                          <a:spcPts val="0"/>
                        </a:spcBef>
                        <a:spcAft>
                          <a:spcPts val="0"/>
                        </a:spcAft>
                        <a:buNone/>
                      </a:pPr>
                      <a:r>
                        <a:rPr lang="en-US" altLang="zh-CN" sz="1600" b="1" dirty="0">
                          <a:solidFill>
                            <a:schemeClr val="lt1"/>
                          </a:solidFill>
                        </a:rPr>
                        <a:t>5</a:t>
                      </a:r>
                      <a:endParaRPr lang="en-US" altLang="zh-CN" sz="1600" b="1" dirty="0">
                        <a:solidFill>
                          <a:schemeClr val="lt1"/>
                        </a:solidFill>
                      </a:endParaRPr>
                    </a:p>
                  </a:txBody>
                  <a:tcPr marL="91450" marR="91450" marT="45725" marB="45725"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dk2"/>
                    </a:solidFill>
                  </a:tcPr>
                </a:tc>
                <a:tc>
                  <a:txBody>
                    <a:bodyPr/>
                    <a:p>
                      <a:pPr marL="0" marR="0" lvl="0" indent="0" algn="l" rtl="0">
                        <a:spcBef>
                          <a:spcPts val="0"/>
                        </a:spcBef>
                        <a:spcAft>
                          <a:spcPts val="0"/>
                        </a:spcAft>
                        <a:buNone/>
                      </a:pPr>
                      <a:r>
                        <a:rPr lang="en-US" sz="1800" b="0" i="0" u="none" strike="noStrike" cap="none" dirty="0">
                          <a:solidFill>
                            <a:schemeClr val="accent2"/>
                          </a:solidFill>
                          <a:latin typeface="Calibri"/>
                          <a:ea typeface="Microsoft YaHei UI Light" panose="020B0502040204020203" pitchFamily="34" charset="-122"/>
                          <a:cs typeface="Calibri"/>
                          <a:sym typeface="Calibri"/>
                        </a:rPr>
                        <a:t>Policy Recommendations</a:t>
                      </a:r>
                      <a:endParaRPr lang="en-US" sz="1800" b="0" i="0" u="none" strike="noStrike" cap="none" dirty="0">
                        <a:solidFill>
                          <a:schemeClr val="accent2"/>
                        </a:solidFill>
                        <a:latin typeface="Calibri"/>
                        <a:ea typeface="Microsoft YaHei UI Light" panose="020B0502040204020203" pitchFamily="34" charset="-122"/>
                        <a:cs typeface="Calibri"/>
                        <a:sym typeface="Calibri"/>
                      </a:endParaRPr>
                    </a:p>
                  </a:txBody>
                  <a:tcPr marL="91450" marR="91450" marT="45725" marB="45725"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tr>
            </a:tbl>
          </a:graphicData>
        </a:graphic>
      </p:graphicFrame>
      <p:pic>
        <p:nvPicPr>
          <p:cNvPr id="565" name="Google Shape;565;p8"/>
          <p:cNvPicPr preferRelativeResize="0"/>
          <p:nvPr/>
        </p:nvPicPr>
        <p:blipFill rotWithShape="1">
          <a:blip r:embed="rId1" cstate="email"/>
          <a:srcRect/>
          <a:stretch>
            <a:fillRect/>
          </a:stretch>
        </p:blipFill>
        <p:spPr>
          <a:xfrm>
            <a:off x="1171674" y="2415775"/>
            <a:ext cx="3748177" cy="2713524"/>
          </a:xfrm>
          <a:prstGeom prst="rect">
            <a:avLst/>
          </a:prstGeom>
          <a:noFill/>
          <a:ln>
            <a:noFill/>
          </a:ln>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23292" y="288910"/>
            <a:ext cx="4047050" cy="338554"/>
            <a:chOff x="223292" y="288910"/>
            <a:chExt cx="4047050" cy="338554"/>
          </a:xfrm>
        </p:grpSpPr>
        <p:grpSp>
          <p:nvGrpSpPr>
            <p:cNvPr id="3" name="Group 2"/>
            <p:cNvGrpSpPr/>
            <p:nvPr/>
          </p:nvGrpSpPr>
          <p:grpSpPr>
            <a:xfrm>
              <a:off x="223292" y="292200"/>
              <a:ext cx="3655314" cy="0"/>
              <a:chOff x="6707124" y="561442"/>
              <a:chExt cx="4873752" cy="0"/>
            </a:xfrm>
            <a:noFill/>
          </p:grpSpPr>
          <p:cxnSp>
            <p:nvCxnSpPr>
              <p:cNvPr id="6" name="Straight Connector 5"/>
              <p:cNvCxnSpPr/>
              <p:nvPr userDrawn="1"/>
            </p:nvCxnSpPr>
            <p:spPr>
              <a:xfrm>
                <a:off x="6707124" y="561442"/>
                <a:ext cx="4873752" cy="0"/>
              </a:xfrm>
              <a:prstGeom prst="line">
                <a:avLst/>
              </a:prstGeom>
              <a:grpFill/>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6707124" y="561442"/>
                <a:ext cx="988466" cy="0"/>
              </a:xfrm>
              <a:prstGeom prst="line">
                <a:avLst/>
              </a:prstGeom>
              <a:grpFill/>
              <a:ln w="539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4" name="TextBox 3"/>
            <p:cNvSpPr txBox="1"/>
            <p:nvPr/>
          </p:nvSpPr>
          <p:spPr>
            <a:xfrm>
              <a:off x="387660" y="288910"/>
              <a:ext cx="393056" cy="338554"/>
            </a:xfrm>
            <a:prstGeom prst="rect">
              <a:avLst/>
            </a:prstGeom>
            <a:noFill/>
            <a:ln>
              <a:noFill/>
            </a:ln>
          </p:spPr>
          <p:txBody>
            <a:bodyPr wrap="none" rtlCol="0" anchor="b">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a:ln>
                    <a:noFill/>
                  </a:ln>
                  <a:solidFill>
                    <a:srgbClr val="FF9E16"/>
                  </a:solidFill>
                  <a:effectLst/>
                  <a:uLnTx/>
                  <a:uFillTx/>
                  <a:latin typeface="Calibri" panose="020F0502020204030204" pitchFamily="34" charset="0"/>
                  <a:cs typeface="Calibri" panose="020F0502020204030204" pitchFamily="34" charset="0"/>
                  <a:sym typeface="Arial" panose="020B0604020202090204"/>
                </a:rPr>
                <a:t>0</a:t>
              </a:r>
              <a:r>
                <a:rPr lang="en-US" altLang="zh-CN" sz="1600" dirty="0">
                  <a:solidFill>
                    <a:srgbClr val="FF9E16"/>
                  </a:solidFill>
                  <a:latin typeface="Calibri" panose="020F0502020204030204" pitchFamily="34" charset="0"/>
                  <a:ea typeface="宋体" pitchFamily="2" charset="-122"/>
                  <a:cs typeface="Calibri" panose="020F0502020204030204" pitchFamily="34" charset="0"/>
                  <a:sym typeface="Arial" panose="020B0604020202090204"/>
                </a:rPr>
                <a:t>1</a:t>
              </a:r>
              <a:endParaRPr kumimoji="0" lang="en-US" sz="1600" b="0" i="0" u="none" strike="noStrike" kern="1200" cap="none" spc="0" normalizeH="0" baseline="0" noProof="0" dirty="0">
                <a:ln>
                  <a:noFill/>
                </a:ln>
                <a:solidFill>
                  <a:srgbClr val="FF9E16"/>
                </a:solidFill>
                <a:effectLst/>
                <a:uLnTx/>
                <a:uFillTx/>
                <a:latin typeface="Calibri" panose="020F0502020204030204" pitchFamily="34" charset="0"/>
                <a:cs typeface="Calibri" panose="020F0502020204030204" pitchFamily="34" charset="0"/>
                <a:sym typeface="Arial" panose="020B0604020202090204"/>
              </a:endParaRPr>
            </a:p>
          </p:txBody>
        </p:sp>
        <p:sp>
          <p:nvSpPr>
            <p:cNvPr id="5" name="Rectangle: Rounded Corners 35"/>
            <p:cNvSpPr/>
            <p:nvPr/>
          </p:nvSpPr>
          <p:spPr>
            <a:xfrm>
              <a:off x="964641" y="329123"/>
              <a:ext cx="3305701" cy="259454"/>
            </a:xfrm>
            <a:prstGeom prst="roundRect">
              <a:avLst>
                <a:gd name="adj" fmla="val 9439"/>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000" b="0" i="0" u="none" strike="noStrike" kern="0" cap="none" normalizeH="0" baseline="0" noProof="0" dirty="0">
                  <a:ln>
                    <a:noFill/>
                  </a:ln>
                  <a:solidFill>
                    <a:srgbClr val="646569">
                      <a:lumMod val="50000"/>
                    </a:srgbClr>
                  </a:solidFill>
                  <a:effectLst/>
                  <a:uLnTx/>
                  <a:uFillTx/>
                  <a:latin typeface="Calibri" panose="020F0502020204030204" pitchFamily="34" charset="0"/>
                  <a:cs typeface="Calibri" panose="020F0502020204030204" pitchFamily="34" charset="0"/>
                  <a:sym typeface="Arial" panose="020B0604020202090204"/>
                </a:rPr>
                <a:t>Background</a:t>
              </a:r>
              <a:endParaRPr kumimoji="0" lang="en-US" sz="1000" b="0" i="0" u="none" strike="noStrike" kern="0" cap="none" normalizeH="0" baseline="0" noProof="0" dirty="0">
                <a:ln>
                  <a:noFill/>
                </a:ln>
                <a:solidFill>
                  <a:srgbClr val="646569">
                    <a:lumMod val="50000"/>
                  </a:srgbClr>
                </a:solidFill>
                <a:effectLst/>
                <a:uLnTx/>
                <a:uFillTx/>
                <a:latin typeface="Calibri" panose="020F0502020204030204" pitchFamily="34" charset="0"/>
                <a:cs typeface="Calibri" panose="020F0502020204030204" pitchFamily="34" charset="0"/>
                <a:sym typeface="Arial" panose="020B0604020202090204"/>
              </a:endParaRPr>
            </a:p>
          </p:txBody>
        </p:sp>
      </p:grpSp>
      <p:sp>
        <p:nvSpPr>
          <p:cNvPr id="8" name="Google Shape;1403;p44"/>
          <p:cNvSpPr txBox="1"/>
          <p:nvPr/>
        </p:nvSpPr>
        <p:spPr>
          <a:xfrm>
            <a:off x="389396" y="645473"/>
            <a:ext cx="11181600" cy="579664"/>
          </a:xfrm>
          <a:prstGeom prst="rect">
            <a:avLst/>
          </a:prstGeom>
          <a:noFill/>
          <a:ln>
            <a:noFill/>
          </a:ln>
        </p:spPr>
        <p:txBody>
          <a:bodyPr spcFirstLastPara="1" wrap="square" lIns="91425" tIns="45700" rIns="91425" bIns="45700" anchor="t" anchorCtr="0">
            <a:noAutofit/>
          </a:bodyPr>
          <a:lstStyle>
            <a:defPPr>
              <a:defRPr lang="en-US"/>
            </a:defPPr>
            <a:lvl1pPr marR="0" lvl="0" indent="0" fontAlgn="auto">
              <a:lnSpc>
                <a:spcPct val="100000"/>
              </a:lnSpc>
              <a:spcBef>
                <a:spcPts val="0"/>
              </a:spcBef>
              <a:spcAft>
                <a:spcPts val="0"/>
              </a:spcAft>
              <a:buClr>
                <a:srgbClr val="FF9E16"/>
              </a:buClr>
              <a:buSzPts val="4000"/>
              <a:buFont typeface="Arial" panose="020B0604020202090204" pitchFamily="34" charset="0"/>
              <a:buNone/>
              <a:defRPr kumimoji="0" sz="3000" b="0" i="0" u="none" strike="noStrike" kern="0" cap="none" spc="0" normalizeH="0" baseline="0">
                <a:ln>
                  <a:noFill/>
                </a:ln>
                <a:solidFill>
                  <a:srgbClr val="FF9E16"/>
                </a:solidFill>
                <a:effectLst/>
                <a:uLnTx/>
                <a:uFillTx/>
                <a:latin typeface="Calibri Light" panose="020F0302020204030204" pitchFamily="34" charset="0"/>
                <a:ea typeface="宋体" pitchFamily="2" charset="-122"/>
                <a:cs typeface="Calibri Light" panose="020F0302020204030204" pitchFamily="34" charset="0"/>
              </a:defRPr>
            </a:lvl1pPr>
          </a:lstStyle>
          <a:p>
            <a:r>
              <a:rPr lang="en-US" altLang="zh-CN" dirty="0">
                <a:sym typeface="Arial" panose="020B0604020202090204"/>
              </a:rPr>
              <a:t>The Physician Payment Sunshine Act &amp; Transparency</a:t>
            </a:r>
            <a:endParaRPr lang="en-US" altLang="zh-CN" dirty="0">
              <a:sym typeface="Arial" panose="020B0604020202090204"/>
            </a:endParaRPr>
          </a:p>
        </p:txBody>
      </p:sp>
      <p:sp>
        <p:nvSpPr>
          <p:cNvPr id="49" name="Google Shape;757;p4"/>
          <p:cNvSpPr/>
          <p:nvPr/>
        </p:nvSpPr>
        <p:spPr>
          <a:xfrm>
            <a:off x="136490" y="675279"/>
            <a:ext cx="11857355" cy="0"/>
          </a:xfrm>
          <a:custGeom>
            <a:avLst/>
            <a:gdLst/>
            <a:ahLst/>
            <a:cxnLst/>
            <a:rect l="l" t="t" r="r" b="b"/>
            <a:pathLst>
              <a:path w="11857355" h="120000" extrusionOk="0">
                <a:moveTo>
                  <a:pt x="0" y="0"/>
                </a:moveTo>
                <a:lnTo>
                  <a:pt x="11856974" y="0"/>
                </a:lnTo>
              </a:path>
            </a:pathLst>
          </a:custGeom>
          <a:noFill/>
          <a:ln w="19800"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pitchFamily="34" charset="0"/>
              <a:ea typeface="Arial" panose="020B0604020202090204"/>
              <a:cs typeface="Calibri" panose="020F0502020204030204" pitchFamily="34" charset="0"/>
              <a:sym typeface="Arial" panose="020B0604020202090204"/>
            </a:endParaRPr>
          </a:p>
        </p:txBody>
      </p:sp>
      <p:sp>
        <p:nvSpPr>
          <p:cNvPr id="9" name="Text Box 8"/>
          <p:cNvSpPr txBox="1"/>
          <p:nvPr/>
        </p:nvSpPr>
        <p:spPr>
          <a:xfrm>
            <a:off x="779780" y="1413510"/>
            <a:ext cx="10255885" cy="4671695"/>
          </a:xfrm>
          <a:prstGeom prst="rect">
            <a:avLst/>
          </a:prstGeom>
        </p:spPr>
        <p:txBody>
          <a:bodyPr wrap="square">
            <a:noAutofit/>
          </a:bodyPr>
          <a:p>
            <a:pPr marL="285750" indent="-285750">
              <a:lnSpc>
                <a:spcPct val="100000"/>
              </a:lnSpc>
              <a:buFont typeface="Arial" panose="020B0604020202090204" pitchFamily="34" charset="0"/>
              <a:buChar char="•"/>
            </a:pPr>
            <a:r>
              <a:rPr sz="2400" b="1"/>
              <a:t>Policy Origin</a:t>
            </a:r>
            <a:r>
              <a:rPr sz="2400"/>
              <a:t>: Enacted as part of the Affordable Care Act (ACA) to increase financial transparency in healthcare.</a:t>
            </a:r>
            <a:endParaRPr sz="2400"/>
          </a:p>
          <a:p>
            <a:pPr marL="285750" indent="-285750">
              <a:lnSpc>
                <a:spcPct val="100000"/>
              </a:lnSpc>
              <a:buFont typeface="Arial" panose="020B0604020202090204" pitchFamily="34" charset="0"/>
              <a:buChar char="•"/>
            </a:pPr>
            <a:r>
              <a:rPr sz="2400" b="1"/>
              <a:t>The CMS Open Payments Program</a:t>
            </a:r>
            <a:r>
              <a:rPr sz="2400"/>
              <a:t>: Mandates that pharmaceutical and device manufacturers publicly report all payments to physicians and teaching hospitals.</a:t>
            </a:r>
            <a:endParaRPr sz="2400"/>
          </a:p>
          <a:p>
            <a:pPr marL="285750" indent="-285750">
              <a:lnSpc>
                <a:spcPct val="100000"/>
              </a:lnSpc>
              <a:buFont typeface="Arial" panose="020B0604020202090204" pitchFamily="34" charset="0"/>
              <a:buChar char="•"/>
            </a:pPr>
            <a:r>
              <a:rPr sz="2400" b="1"/>
              <a:t>The Core Premise</a:t>
            </a:r>
            <a:r>
              <a:rPr sz="2400"/>
              <a:t>: Transparency is expected to mitigate conflicts of interest and promote accountability in clinical decision-making.</a:t>
            </a:r>
            <a:endParaRPr sz="2400"/>
          </a:p>
          <a:p>
            <a:pPr marL="285750" indent="-285750">
              <a:lnSpc>
                <a:spcPct val="100000"/>
              </a:lnSpc>
              <a:buFont typeface="Arial" panose="020B0604020202090204" pitchFamily="34" charset="0"/>
              <a:buChar char="•"/>
            </a:pPr>
            <a:r>
              <a:rPr sz="2400" b="1"/>
              <a:t>The Analytical Gap</a:t>
            </a:r>
            <a:r>
              <a:rPr sz="2400"/>
              <a:t>: While we know "who" received "how much," current data does not immediately clarify the structural or geographic distribution.</a:t>
            </a:r>
            <a:endParaRPr sz="2400"/>
          </a:p>
          <a:p>
            <a:pPr marL="285750" indent="-285750">
              <a:lnSpc>
                <a:spcPct val="100000"/>
              </a:lnSpc>
              <a:buFont typeface="Arial" panose="020B0604020202090204" pitchFamily="34" charset="0"/>
              <a:buChar char="•"/>
            </a:pPr>
            <a:r>
              <a:rPr sz="2400" b="1"/>
              <a:t>Research Objective</a:t>
            </a:r>
            <a:r>
              <a:rPr sz="2400"/>
              <a:t>: To move beyond descriptive statistics and examine the concentration of these payments in 2023.</a:t>
            </a:r>
            <a:endParaRPr sz="240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23292" y="288910"/>
            <a:ext cx="4047050" cy="338554"/>
            <a:chOff x="223292" y="288910"/>
            <a:chExt cx="4047050" cy="338554"/>
          </a:xfrm>
        </p:grpSpPr>
        <p:grpSp>
          <p:nvGrpSpPr>
            <p:cNvPr id="3" name="Group 2"/>
            <p:cNvGrpSpPr/>
            <p:nvPr/>
          </p:nvGrpSpPr>
          <p:grpSpPr>
            <a:xfrm>
              <a:off x="223292" y="292200"/>
              <a:ext cx="3655314" cy="0"/>
              <a:chOff x="6707124" y="561442"/>
              <a:chExt cx="4873752" cy="0"/>
            </a:xfrm>
            <a:noFill/>
          </p:grpSpPr>
          <p:cxnSp>
            <p:nvCxnSpPr>
              <p:cNvPr id="6" name="Straight Connector 5"/>
              <p:cNvCxnSpPr/>
              <p:nvPr userDrawn="1"/>
            </p:nvCxnSpPr>
            <p:spPr>
              <a:xfrm>
                <a:off x="6707124" y="561442"/>
                <a:ext cx="4873752" cy="0"/>
              </a:xfrm>
              <a:prstGeom prst="line">
                <a:avLst/>
              </a:prstGeom>
              <a:grpFill/>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6707124" y="561442"/>
                <a:ext cx="988466" cy="0"/>
              </a:xfrm>
              <a:prstGeom prst="line">
                <a:avLst/>
              </a:prstGeom>
              <a:grpFill/>
              <a:ln w="539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4" name="TextBox 3"/>
            <p:cNvSpPr txBox="1"/>
            <p:nvPr/>
          </p:nvSpPr>
          <p:spPr>
            <a:xfrm>
              <a:off x="387660" y="288910"/>
              <a:ext cx="393056" cy="338554"/>
            </a:xfrm>
            <a:prstGeom prst="rect">
              <a:avLst/>
            </a:prstGeom>
            <a:noFill/>
            <a:ln>
              <a:noFill/>
            </a:ln>
          </p:spPr>
          <p:txBody>
            <a:bodyPr wrap="none" rtlCol="0" anchor="b">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a:ln>
                    <a:noFill/>
                  </a:ln>
                  <a:solidFill>
                    <a:srgbClr val="FF9E16"/>
                  </a:solidFill>
                  <a:effectLst/>
                  <a:uLnTx/>
                  <a:uFillTx/>
                  <a:latin typeface="Calibri" panose="020F0502020204030204" pitchFamily="34" charset="0"/>
                  <a:cs typeface="Calibri" panose="020F0502020204030204" pitchFamily="34" charset="0"/>
                  <a:sym typeface="Arial" panose="020B0604020202090204"/>
                </a:rPr>
                <a:t>0</a:t>
              </a:r>
              <a:r>
                <a:rPr lang="en-US" altLang="zh-CN" sz="1600" dirty="0">
                  <a:solidFill>
                    <a:srgbClr val="FF9E16"/>
                  </a:solidFill>
                  <a:latin typeface="Calibri" panose="020F0502020204030204" pitchFamily="34" charset="0"/>
                  <a:ea typeface="宋体" pitchFamily="2" charset="-122"/>
                  <a:cs typeface="Calibri" panose="020F0502020204030204" pitchFamily="34" charset="0"/>
                  <a:sym typeface="Arial" panose="020B0604020202090204"/>
                </a:rPr>
                <a:t>1</a:t>
              </a:r>
              <a:endParaRPr kumimoji="0" lang="en-US" sz="1600" b="0" i="0" u="none" strike="noStrike" kern="1200" cap="none" spc="0" normalizeH="0" baseline="0" noProof="0" dirty="0">
                <a:ln>
                  <a:noFill/>
                </a:ln>
                <a:solidFill>
                  <a:srgbClr val="FF9E16"/>
                </a:solidFill>
                <a:effectLst/>
                <a:uLnTx/>
                <a:uFillTx/>
                <a:latin typeface="Calibri" panose="020F0502020204030204" pitchFamily="34" charset="0"/>
                <a:cs typeface="Calibri" panose="020F0502020204030204" pitchFamily="34" charset="0"/>
                <a:sym typeface="Arial" panose="020B0604020202090204"/>
              </a:endParaRPr>
            </a:p>
          </p:txBody>
        </p:sp>
        <p:sp>
          <p:nvSpPr>
            <p:cNvPr id="5" name="Rectangle: Rounded Corners 35"/>
            <p:cNvSpPr/>
            <p:nvPr/>
          </p:nvSpPr>
          <p:spPr>
            <a:xfrm>
              <a:off x="964641" y="329123"/>
              <a:ext cx="3305701" cy="259454"/>
            </a:xfrm>
            <a:prstGeom prst="roundRect">
              <a:avLst>
                <a:gd name="adj" fmla="val 9439"/>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000" b="0" i="0" u="none" strike="noStrike" kern="0" cap="none" normalizeH="0" baseline="0" noProof="0" dirty="0">
                  <a:ln>
                    <a:noFill/>
                  </a:ln>
                  <a:solidFill>
                    <a:srgbClr val="646569">
                      <a:lumMod val="50000"/>
                    </a:srgbClr>
                  </a:solidFill>
                  <a:effectLst/>
                  <a:uLnTx/>
                  <a:uFillTx/>
                  <a:latin typeface="Calibri" panose="020F0502020204030204" pitchFamily="34" charset="0"/>
                  <a:cs typeface="Calibri" panose="020F0502020204030204" pitchFamily="34" charset="0"/>
                  <a:sym typeface="Arial" panose="020B0604020202090204"/>
                </a:rPr>
                <a:t>Background</a:t>
              </a:r>
              <a:endParaRPr kumimoji="0" lang="en-US" sz="1000" b="0" i="0" u="none" strike="noStrike" kern="0" cap="none" normalizeH="0" baseline="0" noProof="0" dirty="0">
                <a:ln>
                  <a:noFill/>
                </a:ln>
                <a:solidFill>
                  <a:srgbClr val="646569">
                    <a:lumMod val="50000"/>
                  </a:srgbClr>
                </a:solidFill>
                <a:effectLst/>
                <a:uLnTx/>
                <a:uFillTx/>
                <a:latin typeface="Calibri" panose="020F0502020204030204" pitchFamily="34" charset="0"/>
                <a:cs typeface="Calibri" panose="020F0502020204030204" pitchFamily="34" charset="0"/>
                <a:sym typeface="Arial" panose="020B0604020202090204"/>
              </a:endParaRPr>
            </a:p>
          </p:txBody>
        </p:sp>
      </p:grpSp>
      <p:sp>
        <p:nvSpPr>
          <p:cNvPr id="8" name="Google Shape;1403;p44"/>
          <p:cNvSpPr txBox="1"/>
          <p:nvPr/>
        </p:nvSpPr>
        <p:spPr>
          <a:xfrm>
            <a:off x="389396" y="645473"/>
            <a:ext cx="11181600" cy="579664"/>
          </a:xfrm>
          <a:prstGeom prst="rect">
            <a:avLst/>
          </a:prstGeom>
          <a:noFill/>
          <a:ln>
            <a:noFill/>
          </a:ln>
        </p:spPr>
        <p:txBody>
          <a:bodyPr spcFirstLastPara="1" wrap="square" lIns="91425" tIns="45700" rIns="91425" bIns="45700" anchor="t" anchorCtr="0">
            <a:noAutofit/>
          </a:bodyPr>
          <a:lstStyle>
            <a:defPPr>
              <a:defRPr lang="en-US"/>
            </a:defPPr>
            <a:lvl1pPr marR="0" lvl="0" indent="0" fontAlgn="auto">
              <a:lnSpc>
                <a:spcPct val="100000"/>
              </a:lnSpc>
              <a:spcBef>
                <a:spcPts val="0"/>
              </a:spcBef>
              <a:spcAft>
                <a:spcPts val="0"/>
              </a:spcAft>
              <a:buClr>
                <a:srgbClr val="FF9E16"/>
              </a:buClr>
              <a:buSzPts val="4000"/>
              <a:buFont typeface="Arial" panose="020B0604020202090204" pitchFamily="34" charset="0"/>
              <a:buNone/>
              <a:defRPr kumimoji="0" sz="3000" b="0" i="0" u="none" strike="noStrike" kern="0" cap="none" spc="0" normalizeH="0" baseline="0">
                <a:ln>
                  <a:noFill/>
                </a:ln>
                <a:solidFill>
                  <a:srgbClr val="FF9E16"/>
                </a:solidFill>
                <a:effectLst/>
                <a:uLnTx/>
                <a:uFillTx/>
                <a:latin typeface="Calibri Light" panose="020F0302020204030204" pitchFamily="34" charset="0"/>
                <a:ea typeface="宋体" pitchFamily="2" charset="-122"/>
                <a:cs typeface="Calibri Light" panose="020F0302020204030204" pitchFamily="34" charset="0"/>
              </a:defRPr>
            </a:lvl1pPr>
          </a:lstStyle>
          <a:p>
            <a:r>
              <a:rPr lang="en-US" altLang="zh-CN" dirty="0">
                <a:sym typeface="Arial" panose="020B0604020202090204"/>
              </a:rPr>
              <a:t>The Nature of Industry–Physician Relationships</a:t>
            </a:r>
            <a:endParaRPr lang="en-US" altLang="zh-CN" dirty="0">
              <a:sym typeface="Arial" panose="020B0604020202090204"/>
            </a:endParaRPr>
          </a:p>
        </p:txBody>
      </p:sp>
      <p:sp>
        <p:nvSpPr>
          <p:cNvPr id="49" name="Google Shape;757;p4"/>
          <p:cNvSpPr/>
          <p:nvPr/>
        </p:nvSpPr>
        <p:spPr>
          <a:xfrm>
            <a:off x="136490" y="675279"/>
            <a:ext cx="11857355" cy="0"/>
          </a:xfrm>
          <a:custGeom>
            <a:avLst/>
            <a:gdLst/>
            <a:ahLst/>
            <a:cxnLst/>
            <a:rect l="l" t="t" r="r" b="b"/>
            <a:pathLst>
              <a:path w="11857355" h="120000" extrusionOk="0">
                <a:moveTo>
                  <a:pt x="0" y="0"/>
                </a:moveTo>
                <a:lnTo>
                  <a:pt x="11856974" y="0"/>
                </a:lnTo>
              </a:path>
            </a:pathLst>
          </a:custGeom>
          <a:noFill/>
          <a:ln w="19800"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pitchFamily="34" charset="0"/>
              <a:ea typeface="Arial" panose="020B0604020202090204"/>
              <a:cs typeface="Calibri" panose="020F0502020204030204" pitchFamily="34" charset="0"/>
              <a:sym typeface="Arial" panose="020B0604020202090204"/>
            </a:endParaRPr>
          </a:p>
        </p:txBody>
      </p:sp>
      <p:sp>
        <p:nvSpPr>
          <p:cNvPr id="9" name="Text Box 8"/>
          <p:cNvSpPr txBox="1"/>
          <p:nvPr/>
        </p:nvSpPr>
        <p:spPr>
          <a:xfrm>
            <a:off x="779780" y="1413510"/>
            <a:ext cx="10255885" cy="4671695"/>
          </a:xfrm>
          <a:prstGeom prst="rect">
            <a:avLst/>
          </a:prstGeom>
        </p:spPr>
        <p:txBody>
          <a:bodyPr wrap="square">
            <a:noAutofit/>
          </a:bodyPr>
          <a:p>
            <a:pPr marL="285750" indent="-285750">
              <a:lnSpc>
                <a:spcPct val="100000"/>
              </a:lnSpc>
              <a:buFont typeface="Arial" panose="020B0604020202090204" pitchFamily="34" charset="0"/>
              <a:buChar char="•"/>
            </a:pPr>
            <a:r>
              <a:rPr sz="2400" b="1">
                <a:latin typeface="Arial Bold" panose="020B0604020202090204" charset="0"/>
                <a:cs typeface="Arial Bold" panose="020B0604020202090204" charset="0"/>
              </a:rPr>
              <a:t>Diverse Financial Ties: </a:t>
            </a:r>
            <a:r>
              <a:rPr sz="2400"/>
              <a:t>Payments range from routine food and beverage expenses to multi-million dollar royalty and licensing agreements.</a:t>
            </a:r>
            <a:endParaRPr sz="2400"/>
          </a:p>
          <a:p>
            <a:pPr marL="285750" indent="-285750">
              <a:lnSpc>
                <a:spcPct val="100000"/>
              </a:lnSpc>
              <a:buFont typeface="Arial" panose="020B0604020202090204" pitchFamily="34" charset="0"/>
              <a:buChar char="•"/>
            </a:pPr>
            <a:r>
              <a:rPr sz="2400" b="1">
                <a:latin typeface="Arial Bold" panose="020B0604020202090204" charset="0"/>
                <a:cs typeface="Arial Bold" panose="020B0604020202090204" charset="0"/>
              </a:rPr>
              <a:t>Innovation vs. Influence: </a:t>
            </a:r>
            <a:r>
              <a:rPr sz="2400"/>
              <a:t>While these ties can support medical innovation, high concentration in specific specialties raises significant policy concerns.</a:t>
            </a:r>
            <a:endParaRPr sz="2400"/>
          </a:p>
          <a:p>
            <a:pPr marL="285750" indent="-285750">
              <a:lnSpc>
                <a:spcPct val="100000"/>
              </a:lnSpc>
              <a:buFont typeface="Arial" panose="020B0604020202090204" pitchFamily="34" charset="0"/>
              <a:buChar char="•"/>
            </a:pPr>
            <a:r>
              <a:rPr sz="2400" b="1">
                <a:latin typeface="Arial Bold" panose="020B0604020202090204" charset="0"/>
                <a:cs typeface="Arial Bold" panose="020B0604020202090204" charset="0"/>
              </a:rPr>
              <a:t>Structural Disparity: </a:t>
            </a:r>
            <a:r>
              <a:rPr sz="2400"/>
              <a:t>Total dollar amounts often obscure the fact that funding is heavily skewed toward device-intensive fields.</a:t>
            </a:r>
            <a:endParaRPr sz="2400"/>
          </a:p>
          <a:p>
            <a:pPr marL="285750" indent="-285750">
              <a:lnSpc>
                <a:spcPct val="100000"/>
              </a:lnSpc>
              <a:buFont typeface="Arial" panose="020B0604020202090204" pitchFamily="34" charset="0"/>
              <a:buChar char="•"/>
            </a:pPr>
            <a:r>
              <a:rPr sz="2400" b="1">
                <a:latin typeface="Arial Bold" panose="020B0604020202090204" charset="0"/>
                <a:cs typeface="Arial Bold" panose="020B0604020202090204" charset="0"/>
              </a:rPr>
              <a:t>Geographic Clustering: </a:t>
            </a:r>
            <a:r>
              <a:rPr sz="2400"/>
              <a:t>Are payments aligned with population needs, or are they disproportionately clustered in specific economic environments?</a:t>
            </a:r>
            <a:endParaRPr sz="240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23292" y="290279"/>
            <a:ext cx="4047050" cy="337185"/>
            <a:chOff x="223292" y="290279"/>
            <a:chExt cx="4047050" cy="337185"/>
          </a:xfrm>
        </p:grpSpPr>
        <p:grpSp>
          <p:nvGrpSpPr>
            <p:cNvPr id="3" name="Group 2"/>
            <p:cNvGrpSpPr/>
            <p:nvPr/>
          </p:nvGrpSpPr>
          <p:grpSpPr>
            <a:xfrm>
              <a:off x="223292" y="292200"/>
              <a:ext cx="3655314" cy="0"/>
              <a:chOff x="6707124" y="561442"/>
              <a:chExt cx="4873752" cy="0"/>
            </a:xfrm>
            <a:noFill/>
          </p:grpSpPr>
          <p:cxnSp>
            <p:nvCxnSpPr>
              <p:cNvPr id="6" name="Straight Connector 5"/>
              <p:cNvCxnSpPr/>
              <p:nvPr userDrawn="1"/>
            </p:nvCxnSpPr>
            <p:spPr>
              <a:xfrm>
                <a:off x="6707124" y="561442"/>
                <a:ext cx="4873752" cy="0"/>
              </a:xfrm>
              <a:prstGeom prst="line">
                <a:avLst/>
              </a:prstGeom>
              <a:grpFill/>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6707124" y="561442"/>
                <a:ext cx="988466" cy="0"/>
              </a:xfrm>
              <a:prstGeom prst="line">
                <a:avLst/>
              </a:prstGeom>
              <a:grpFill/>
              <a:ln w="539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4" name="TextBox 3"/>
            <p:cNvSpPr txBox="1"/>
            <p:nvPr/>
          </p:nvSpPr>
          <p:spPr>
            <a:xfrm>
              <a:off x="387660" y="290279"/>
              <a:ext cx="408940" cy="337185"/>
            </a:xfrm>
            <a:prstGeom prst="rect">
              <a:avLst/>
            </a:prstGeom>
            <a:noFill/>
            <a:ln>
              <a:noFill/>
            </a:ln>
          </p:spPr>
          <p:txBody>
            <a:bodyPr wrap="none" rtlCol="0" anchor="b">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a:ln>
                    <a:noFill/>
                  </a:ln>
                  <a:solidFill>
                    <a:srgbClr val="FF9E16"/>
                  </a:solidFill>
                  <a:effectLst/>
                  <a:uLnTx/>
                  <a:uFillTx/>
                  <a:latin typeface="Calibri" panose="020F0502020204030204" pitchFamily="34" charset="0"/>
                  <a:cs typeface="Calibri" panose="020F0502020204030204" pitchFamily="34" charset="0"/>
                  <a:sym typeface="Arial" panose="020B0604020202090204"/>
                </a:rPr>
                <a:t>02</a:t>
              </a:r>
              <a:endParaRPr kumimoji="0" lang="en-US" sz="1600" b="0" i="0" u="none" strike="noStrike" kern="1200" cap="none" spc="0" normalizeH="0" baseline="0" noProof="0" dirty="0">
                <a:ln>
                  <a:noFill/>
                </a:ln>
                <a:solidFill>
                  <a:srgbClr val="FF9E16"/>
                </a:solidFill>
                <a:effectLst/>
                <a:uLnTx/>
                <a:uFillTx/>
                <a:latin typeface="Calibri" panose="020F0502020204030204" pitchFamily="34" charset="0"/>
                <a:cs typeface="Calibri" panose="020F0502020204030204" pitchFamily="34" charset="0"/>
                <a:sym typeface="Arial" panose="020B0604020202090204"/>
              </a:endParaRPr>
            </a:p>
          </p:txBody>
        </p:sp>
        <p:sp>
          <p:nvSpPr>
            <p:cNvPr id="5" name="Rectangle: Rounded Corners 35"/>
            <p:cNvSpPr/>
            <p:nvPr/>
          </p:nvSpPr>
          <p:spPr>
            <a:xfrm>
              <a:off x="964641" y="329123"/>
              <a:ext cx="3305701" cy="259454"/>
            </a:xfrm>
            <a:prstGeom prst="roundRect">
              <a:avLst>
                <a:gd name="adj" fmla="val 9439"/>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000" b="0" i="0" u="none" strike="noStrike" kern="0" cap="none" normalizeH="0" baseline="0" noProof="0" dirty="0">
                  <a:ln>
                    <a:noFill/>
                  </a:ln>
                  <a:solidFill>
                    <a:srgbClr val="646569">
                      <a:lumMod val="50000"/>
                    </a:srgbClr>
                  </a:solidFill>
                  <a:effectLst/>
                  <a:uLnTx/>
                  <a:uFillTx/>
                  <a:latin typeface="Calibri" panose="020F0502020204030204" pitchFamily="34" charset="0"/>
                  <a:cs typeface="Calibri" panose="020F0502020204030204" pitchFamily="34" charset="0"/>
                  <a:sym typeface="Arial" panose="020B0604020202090204"/>
                </a:rPr>
                <a:t>Reseach Questions</a:t>
              </a:r>
              <a:endParaRPr kumimoji="0" lang="en-US" sz="1000" b="0" i="0" u="none" strike="noStrike" kern="0" cap="none" normalizeH="0" baseline="0" noProof="0" dirty="0">
                <a:ln>
                  <a:noFill/>
                </a:ln>
                <a:solidFill>
                  <a:srgbClr val="646569">
                    <a:lumMod val="50000"/>
                  </a:srgbClr>
                </a:solidFill>
                <a:effectLst/>
                <a:uLnTx/>
                <a:uFillTx/>
                <a:latin typeface="Calibri" panose="020F0502020204030204" pitchFamily="34" charset="0"/>
                <a:cs typeface="Calibri" panose="020F0502020204030204" pitchFamily="34" charset="0"/>
                <a:sym typeface="Arial" panose="020B0604020202090204"/>
              </a:endParaRPr>
            </a:p>
          </p:txBody>
        </p:sp>
      </p:grpSp>
      <p:sp>
        <p:nvSpPr>
          <p:cNvPr id="8" name="Google Shape;1403;p44"/>
          <p:cNvSpPr txBox="1"/>
          <p:nvPr/>
        </p:nvSpPr>
        <p:spPr>
          <a:xfrm>
            <a:off x="389396" y="645473"/>
            <a:ext cx="11181600" cy="579664"/>
          </a:xfrm>
          <a:prstGeom prst="rect">
            <a:avLst/>
          </a:prstGeom>
          <a:noFill/>
          <a:ln>
            <a:noFill/>
          </a:ln>
        </p:spPr>
        <p:txBody>
          <a:bodyPr spcFirstLastPara="1" wrap="square" lIns="91425" tIns="45700" rIns="91425" bIns="45700" anchor="t" anchorCtr="0">
            <a:noAutofit/>
          </a:bodyPr>
          <a:lstStyle>
            <a:defPPr>
              <a:defRPr lang="en-US"/>
            </a:defPPr>
            <a:lvl1pPr marR="0" lvl="0" indent="0" fontAlgn="auto">
              <a:lnSpc>
                <a:spcPct val="100000"/>
              </a:lnSpc>
              <a:spcBef>
                <a:spcPts val="0"/>
              </a:spcBef>
              <a:spcAft>
                <a:spcPts val="0"/>
              </a:spcAft>
              <a:buClr>
                <a:srgbClr val="FF9E16"/>
              </a:buClr>
              <a:buSzPts val="4000"/>
              <a:buFont typeface="Arial" panose="020B0604020202090204" pitchFamily="34" charset="0"/>
              <a:buNone/>
              <a:defRPr kumimoji="0" sz="3000" b="0" i="0" u="none" strike="noStrike" kern="0" cap="none" spc="0" normalizeH="0" baseline="0">
                <a:ln>
                  <a:noFill/>
                </a:ln>
                <a:solidFill>
                  <a:srgbClr val="FF9E16"/>
                </a:solidFill>
                <a:effectLst/>
                <a:uLnTx/>
                <a:uFillTx/>
                <a:latin typeface="Calibri Light" panose="020F0302020204030204" pitchFamily="34" charset="0"/>
                <a:ea typeface="宋体" pitchFamily="2" charset="-122"/>
                <a:cs typeface="Calibri Light" panose="020F0302020204030204" pitchFamily="34" charset="0"/>
              </a:defRPr>
            </a:lvl1pPr>
          </a:lstStyle>
          <a:p>
            <a:r>
              <a:rPr lang="en-US" altLang="zh-CN" dirty="0">
                <a:sym typeface="Arial" panose="020B0604020202090204"/>
              </a:rPr>
              <a:t>Investigating the Landscape of Industry Influence</a:t>
            </a:r>
            <a:endParaRPr lang="en-US" altLang="zh-CN" dirty="0">
              <a:sym typeface="Arial" panose="020B0604020202090204"/>
            </a:endParaRPr>
          </a:p>
        </p:txBody>
      </p:sp>
      <p:sp>
        <p:nvSpPr>
          <p:cNvPr id="49" name="Google Shape;757;p4"/>
          <p:cNvSpPr/>
          <p:nvPr/>
        </p:nvSpPr>
        <p:spPr>
          <a:xfrm>
            <a:off x="136490" y="675279"/>
            <a:ext cx="11857355" cy="0"/>
          </a:xfrm>
          <a:custGeom>
            <a:avLst/>
            <a:gdLst/>
            <a:ahLst/>
            <a:cxnLst/>
            <a:rect l="l" t="t" r="r" b="b"/>
            <a:pathLst>
              <a:path w="11857355" h="120000" extrusionOk="0">
                <a:moveTo>
                  <a:pt x="0" y="0"/>
                </a:moveTo>
                <a:lnTo>
                  <a:pt x="11856974" y="0"/>
                </a:lnTo>
              </a:path>
            </a:pathLst>
          </a:custGeom>
          <a:noFill/>
          <a:ln w="19800"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pitchFamily="34" charset="0"/>
              <a:ea typeface="Arial" panose="020B0604020202090204"/>
              <a:cs typeface="Calibri" panose="020F0502020204030204" pitchFamily="34" charset="0"/>
              <a:sym typeface="Arial" panose="020B0604020202090204"/>
            </a:endParaRPr>
          </a:p>
        </p:txBody>
      </p:sp>
      <p:sp>
        <p:nvSpPr>
          <p:cNvPr id="9" name="Text Box 8"/>
          <p:cNvSpPr txBox="1"/>
          <p:nvPr/>
        </p:nvSpPr>
        <p:spPr>
          <a:xfrm>
            <a:off x="779780" y="1413510"/>
            <a:ext cx="10255885" cy="4671695"/>
          </a:xfrm>
          <a:prstGeom prst="rect">
            <a:avLst/>
          </a:prstGeom>
        </p:spPr>
        <p:txBody>
          <a:bodyPr wrap="square">
            <a:noAutofit/>
          </a:bodyPr>
          <a:p>
            <a:pPr indent="0">
              <a:lnSpc>
                <a:spcPct val="100000"/>
              </a:lnSpc>
              <a:buFont typeface="Arial" panose="020B0604020202090204" pitchFamily="34" charset="0"/>
              <a:buNone/>
            </a:pPr>
            <a:r>
              <a:rPr sz="2400" b="1">
                <a:latin typeface="Arial Bold" panose="020B0604020202090204" charset="0"/>
                <a:cs typeface="Arial Bold" panose="020B0604020202090204" charset="0"/>
              </a:rPr>
              <a:t>1. Structural Concentration: </a:t>
            </a:r>
            <a:r>
              <a:rPr sz="2400"/>
              <a:t>How are payments distributed across medical specialties and financial transfer categories (e.g., royalties vs. food)? </a:t>
            </a:r>
            <a:endParaRPr sz="2400"/>
          </a:p>
          <a:p>
            <a:pPr indent="0">
              <a:lnSpc>
                <a:spcPct val="100000"/>
              </a:lnSpc>
              <a:buFont typeface="Arial" panose="020B0604020202090204" pitchFamily="34" charset="0"/>
              <a:buNone/>
            </a:pPr>
            <a:endParaRPr sz="2400"/>
          </a:p>
          <a:p>
            <a:pPr indent="0">
              <a:lnSpc>
                <a:spcPct val="100000"/>
              </a:lnSpc>
              <a:buFont typeface="Arial" panose="020B0604020202090204" pitchFamily="34" charset="0"/>
              <a:buNone/>
            </a:pPr>
            <a:r>
              <a:rPr sz="2400" b="1">
                <a:latin typeface="Arial Bold" panose="020B0604020202090204" charset="0"/>
                <a:cs typeface="Arial Bold" panose="020B0604020202090204" charset="0"/>
              </a:rPr>
              <a:t>2. Geographic Intensity:</a:t>
            </a:r>
            <a:r>
              <a:rPr sz="2400"/>
              <a:t> When normalized by household counts, which states exhibit the highest payment density per household? </a:t>
            </a:r>
            <a:endParaRPr sz="2400"/>
          </a:p>
          <a:p>
            <a:pPr indent="0">
              <a:lnSpc>
                <a:spcPct val="100000"/>
              </a:lnSpc>
              <a:buFont typeface="Arial" panose="020B0604020202090204" pitchFamily="34" charset="0"/>
              <a:buNone/>
            </a:pPr>
            <a:endParaRPr sz="2400"/>
          </a:p>
          <a:p>
            <a:pPr indent="0">
              <a:lnSpc>
                <a:spcPct val="100000"/>
              </a:lnSpc>
              <a:buFont typeface="Arial" panose="020B0604020202090204" pitchFamily="34" charset="0"/>
              <a:buNone/>
            </a:pPr>
            <a:r>
              <a:rPr sz="2400" b="1">
                <a:latin typeface="Arial Bold" panose="020B0604020202090204" charset="0"/>
                <a:cs typeface="Arial Bold" panose="020B0604020202090204" charset="0"/>
              </a:rPr>
              <a:t>3. Socio-economic Alignment: </a:t>
            </a:r>
            <a:r>
              <a:rPr sz="2400"/>
              <a:t>Is there a statistical relationship between a state’s median household income and the intensity of industry funding it receives? </a:t>
            </a:r>
            <a:endParaRPr sz="2400"/>
          </a:p>
          <a:p>
            <a:pPr indent="0">
              <a:lnSpc>
                <a:spcPct val="100000"/>
              </a:lnSpc>
              <a:buFont typeface="Arial" panose="020B0604020202090204" pitchFamily="34" charset="0"/>
              <a:buNone/>
            </a:pPr>
            <a:endParaRPr sz="2400"/>
          </a:p>
          <a:p>
            <a:pPr indent="0">
              <a:lnSpc>
                <a:spcPct val="100000"/>
              </a:lnSpc>
              <a:buFont typeface="Arial" panose="020B0604020202090204" pitchFamily="34" charset="0"/>
              <a:buNone/>
            </a:pPr>
            <a:r>
              <a:rPr sz="2400" b="1">
                <a:latin typeface="Arial Bold" panose="020B0604020202090204" charset="0"/>
                <a:cs typeface="Arial Bold" panose="020B0604020202090204" charset="0"/>
              </a:rPr>
              <a:t>The Goal: </a:t>
            </a:r>
            <a:r>
              <a:rPr sz="2400"/>
              <a:t>To determine if industry financial relationships align with regional wealth patterns or clinical needs.</a:t>
            </a:r>
            <a:endParaRPr sz="240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23292" y="290279"/>
            <a:ext cx="4047050" cy="337185"/>
            <a:chOff x="223292" y="290279"/>
            <a:chExt cx="4047050" cy="337185"/>
          </a:xfrm>
        </p:grpSpPr>
        <p:grpSp>
          <p:nvGrpSpPr>
            <p:cNvPr id="3" name="Group 2"/>
            <p:cNvGrpSpPr/>
            <p:nvPr/>
          </p:nvGrpSpPr>
          <p:grpSpPr>
            <a:xfrm>
              <a:off x="223292" y="292200"/>
              <a:ext cx="3655314" cy="0"/>
              <a:chOff x="6707124" y="561442"/>
              <a:chExt cx="4873752" cy="0"/>
            </a:xfrm>
            <a:noFill/>
          </p:grpSpPr>
          <p:cxnSp>
            <p:nvCxnSpPr>
              <p:cNvPr id="6" name="Straight Connector 5"/>
              <p:cNvCxnSpPr/>
              <p:nvPr userDrawn="1"/>
            </p:nvCxnSpPr>
            <p:spPr>
              <a:xfrm>
                <a:off x="6707124" y="561442"/>
                <a:ext cx="4873752" cy="0"/>
              </a:xfrm>
              <a:prstGeom prst="line">
                <a:avLst/>
              </a:prstGeom>
              <a:grpFill/>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6707124" y="561442"/>
                <a:ext cx="988466" cy="0"/>
              </a:xfrm>
              <a:prstGeom prst="line">
                <a:avLst/>
              </a:prstGeom>
              <a:grpFill/>
              <a:ln w="539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4" name="TextBox 3"/>
            <p:cNvSpPr txBox="1"/>
            <p:nvPr/>
          </p:nvSpPr>
          <p:spPr>
            <a:xfrm>
              <a:off x="387660" y="290279"/>
              <a:ext cx="408940" cy="337185"/>
            </a:xfrm>
            <a:prstGeom prst="rect">
              <a:avLst/>
            </a:prstGeom>
            <a:noFill/>
            <a:ln>
              <a:noFill/>
            </a:ln>
          </p:spPr>
          <p:txBody>
            <a:bodyPr wrap="none" rtlCol="0" anchor="b">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a:ln>
                    <a:noFill/>
                  </a:ln>
                  <a:solidFill>
                    <a:srgbClr val="FF9E16"/>
                  </a:solidFill>
                  <a:effectLst/>
                  <a:uLnTx/>
                  <a:uFillTx/>
                  <a:latin typeface="Calibri" panose="020F0502020204030204" pitchFamily="34" charset="0"/>
                  <a:cs typeface="Calibri" panose="020F0502020204030204" pitchFamily="34" charset="0"/>
                  <a:sym typeface="Arial" panose="020B0604020202090204"/>
                </a:rPr>
                <a:t>03</a:t>
              </a:r>
              <a:endParaRPr kumimoji="0" lang="en-US" sz="1600" b="0" i="0" u="none" strike="noStrike" kern="1200" cap="none" spc="0" normalizeH="0" baseline="0" noProof="0" dirty="0">
                <a:ln>
                  <a:noFill/>
                </a:ln>
                <a:solidFill>
                  <a:srgbClr val="FF9E16"/>
                </a:solidFill>
                <a:effectLst/>
                <a:uLnTx/>
                <a:uFillTx/>
                <a:latin typeface="Calibri" panose="020F0502020204030204" pitchFamily="34" charset="0"/>
                <a:cs typeface="Calibri" panose="020F0502020204030204" pitchFamily="34" charset="0"/>
                <a:sym typeface="Arial" panose="020B0604020202090204"/>
              </a:endParaRPr>
            </a:p>
          </p:txBody>
        </p:sp>
        <p:sp>
          <p:nvSpPr>
            <p:cNvPr id="5" name="Rectangle: Rounded Corners 35"/>
            <p:cNvSpPr/>
            <p:nvPr/>
          </p:nvSpPr>
          <p:spPr>
            <a:xfrm>
              <a:off x="964641" y="329123"/>
              <a:ext cx="3305701" cy="259454"/>
            </a:xfrm>
            <a:prstGeom prst="roundRect">
              <a:avLst>
                <a:gd name="adj" fmla="val 9439"/>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000" b="0" i="0" u="none" strike="noStrike" kern="0" cap="none" normalizeH="0" baseline="0" noProof="0" dirty="0">
                  <a:ln>
                    <a:noFill/>
                  </a:ln>
                  <a:solidFill>
                    <a:srgbClr val="646569">
                      <a:lumMod val="50000"/>
                    </a:srgbClr>
                  </a:solidFill>
                  <a:effectLst/>
                  <a:uLnTx/>
                  <a:uFillTx/>
                  <a:latin typeface="Calibri" panose="020F0502020204030204" pitchFamily="34" charset="0"/>
                  <a:cs typeface="Calibri" panose="020F0502020204030204" pitchFamily="34" charset="0"/>
                  <a:sym typeface="Arial" panose="020B0604020202090204"/>
                </a:rPr>
                <a:t>Methodology &amp; Data Integration</a:t>
              </a:r>
              <a:endParaRPr kumimoji="0" lang="en-US" sz="1000" b="0" i="0" u="none" strike="noStrike" kern="0" cap="none" normalizeH="0" baseline="0" noProof="0" dirty="0">
                <a:ln>
                  <a:noFill/>
                </a:ln>
                <a:solidFill>
                  <a:srgbClr val="646569">
                    <a:lumMod val="50000"/>
                  </a:srgbClr>
                </a:solidFill>
                <a:effectLst/>
                <a:uLnTx/>
                <a:uFillTx/>
                <a:latin typeface="Calibri" panose="020F0502020204030204" pitchFamily="34" charset="0"/>
                <a:cs typeface="Calibri" panose="020F0502020204030204" pitchFamily="34" charset="0"/>
                <a:sym typeface="Arial" panose="020B0604020202090204"/>
              </a:endParaRPr>
            </a:p>
          </p:txBody>
        </p:sp>
      </p:grpSp>
      <p:sp>
        <p:nvSpPr>
          <p:cNvPr id="8" name="Google Shape;1403;p44"/>
          <p:cNvSpPr txBox="1"/>
          <p:nvPr/>
        </p:nvSpPr>
        <p:spPr>
          <a:xfrm>
            <a:off x="389396" y="645473"/>
            <a:ext cx="11181600" cy="579664"/>
          </a:xfrm>
          <a:prstGeom prst="rect">
            <a:avLst/>
          </a:prstGeom>
          <a:noFill/>
          <a:ln>
            <a:noFill/>
          </a:ln>
        </p:spPr>
        <p:txBody>
          <a:bodyPr spcFirstLastPara="1" wrap="square" lIns="91425" tIns="45700" rIns="91425" bIns="45700" anchor="t" anchorCtr="0">
            <a:noAutofit/>
          </a:bodyPr>
          <a:lstStyle>
            <a:defPPr>
              <a:defRPr lang="en-US"/>
            </a:defPPr>
            <a:lvl1pPr marR="0" lvl="0" indent="0" fontAlgn="auto">
              <a:lnSpc>
                <a:spcPct val="100000"/>
              </a:lnSpc>
              <a:spcBef>
                <a:spcPts val="0"/>
              </a:spcBef>
              <a:spcAft>
                <a:spcPts val="0"/>
              </a:spcAft>
              <a:buClr>
                <a:srgbClr val="FF9E16"/>
              </a:buClr>
              <a:buSzPts val="4000"/>
              <a:buFont typeface="Arial" panose="020B0604020202090204" pitchFamily="34" charset="0"/>
              <a:buNone/>
              <a:defRPr kumimoji="0" sz="3000" b="0" i="0" u="none" strike="noStrike" kern="0" cap="none" spc="0" normalizeH="0" baseline="0">
                <a:ln>
                  <a:noFill/>
                </a:ln>
                <a:solidFill>
                  <a:srgbClr val="FF9E16"/>
                </a:solidFill>
                <a:effectLst/>
                <a:uLnTx/>
                <a:uFillTx/>
                <a:latin typeface="Calibri Light" panose="020F0302020204030204" pitchFamily="34" charset="0"/>
                <a:ea typeface="宋体" pitchFamily="2" charset="-122"/>
                <a:cs typeface="Calibri Light" panose="020F0302020204030204" pitchFamily="34" charset="0"/>
              </a:defRPr>
            </a:lvl1pPr>
          </a:lstStyle>
          <a:p>
            <a:r>
              <a:rPr lang="en-US" altLang="zh-CN" dirty="0">
                <a:sym typeface="Arial" panose="020B0604020202090204"/>
              </a:rPr>
              <a:t>Technical Approach: Data Pipeline and Normalization</a:t>
            </a:r>
            <a:endParaRPr lang="en-US" altLang="zh-CN" dirty="0">
              <a:sym typeface="Arial" panose="020B0604020202090204"/>
            </a:endParaRPr>
          </a:p>
        </p:txBody>
      </p:sp>
      <p:sp>
        <p:nvSpPr>
          <p:cNvPr id="49" name="Google Shape;757;p4"/>
          <p:cNvSpPr/>
          <p:nvPr/>
        </p:nvSpPr>
        <p:spPr>
          <a:xfrm>
            <a:off x="136490" y="675279"/>
            <a:ext cx="11857355" cy="0"/>
          </a:xfrm>
          <a:custGeom>
            <a:avLst/>
            <a:gdLst/>
            <a:ahLst/>
            <a:cxnLst/>
            <a:rect l="l" t="t" r="r" b="b"/>
            <a:pathLst>
              <a:path w="11857355" h="120000" extrusionOk="0">
                <a:moveTo>
                  <a:pt x="0" y="0"/>
                </a:moveTo>
                <a:lnTo>
                  <a:pt x="11856974" y="0"/>
                </a:lnTo>
              </a:path>
            </a:pathLst>
          </a:custGeom>
          <a:noFill/>
          <a:ln w="19800"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pitchFamily="34" charset="0"/>
              <a:ea typeface="Arial" panose="020B0604020202090204"/>
              <a:cs typeface="Calibri" panose="020F0502020204030204" pitchFamily="34" charset="0"/>
              <a:sym typeface="Arial" panose="020B0604020202090204"/>
            </a:endParaRPr>
          </a:p>
        </p:txBody>
      </p:sp>
      <p:sp>
        <p:nvSpPr>
          <p:cNvPr id="9" name="Text Box 8"/>
          <p:cNvSpPr txBox="1"/>
          <p:nvPr/>
        </p:nvSpPr>
        <p:spPr>
          <a:xfrm>
            <a:off x="779780" y="1413510"/>
            <a:ext cx="10255885" cy="4671695"/>
          </a:xfrm>
          <a:prstGeom prst="rect">
            <a:avLst/>
          </a:prstGeom>
        </p:spPr>
        <p:txBody>
          <a:bodyPr wrap="square">
            <a:noAutofit/>
          </a:bodyPr>
          <a:p>
            <a:pPr marL="342900" indent="-342900">
              <a:lnSpc>
                <a:spcPct val="100000"/>
              </a:lnSpc>
              <a:buFont typeface="Arial" panose="020B0604020202090204" pitchFamily="34" charset="0"/>
              <a:buChar char="•"/>
            </a:pPr>
            <a:r>
              <a:rPr sz="2400"/>
              <a:t>CMS Open Payments (2023): Processed "General Payments" to physicians, focusing on specialty and payment nature. </a:t>
            </a:r>
            <a:endParaRPr sz="2400"/>
          </a:p>
          <a:p>
            <a:pPr marL="342900" indent="-342900">
              <a:lnSpc>
                <a:spcPct val="100000"/>
              </a:lnSpc>
              <a:buFont typeface="Arial" panose="020B0604020202090204" pitchFamily="34" charset="0"/>
              <a:buChar char="•"/>
            </a:pPr>
            <a:endParaRPr sz="2400"/>
          </a:p>
          <a:p>
            <a:pPr marL="342900" indent="-342900">
              <a:lnSpc>
                <a:spcPct val="100000"/>
              </a:lnSpc>
              <a:buFont typeface="Arial" panose="020B0604020202090204" pitchFamily="34" charset="0"/>
              <a:buChar char="•"/>
            </a:pPr>
            <a:r>
              <a:rPr sz="2400"/>
              <a:t>ACS Census Data (2024): Integrated state-level indicators including Median Household Income and total household counts. </a:t>
            </a:r>
            <a:endParaRPr sz="2400"/>
          </a:p>
          <a:p>
            <a:pPr marL="342900" indent="-342900">
              <a:lnSpc>
                <a:spcPct val="100000"/>
              </a:lnSpc>
              <a:buFont typeface="Arial" panose="020B0604020202090204" pitchFamily="34" charset="0"/>
              <a:buChar char="•"/>
            </a:pPr>
            <a:endParaRPr sz="2400"/>
          </a:p>
          <a:p>
            <a:pPr marL="342900" indent="-342900">
              <a:lnSpc>
                <a:spcPct val="100000"/>
              </a:lnSpc>
              <a:buFont typeface="Arial" panose="020B0604020202090204" pitchFamily="34" charset="0"/>
              <a:buChar char="•"/>
            </a:pPr>
            <a:r>
              <a:rPr sz="2400"/>
              <a:t>Data Pipeline: Built a Python-based ETL process to clean, merge, and normalize datasets for comparative analysis. </a:t>
            </a:r>
            <a:endParaRPr sz="2400"/>
          </a:p>
          <a:p>
            <a:pPr marL="342900" indent="-342900">
              <a:lnSpc>
                <a:spcPct val="100000"/>
              </a:lnSpc>
              <a:buFont typeface="Arial" panose="020B0604020202090204" pitchFamily="34" charset="0"/>
              <a:buChar char="•"/>
            </a:pPr>
            <a:endParaRPr sz="2400"/>
          </a:p>
          <a:p>
            <a:pPr marL="342900" indent="-342900">
              <a:lnSpc>
                <a:spcPct val="100000"/>
              </a:lnSpc>
              <a:buFont typeface="Arial" panose="020B0604020202090204" pitchFamily="34" charset="0"/>
              <a:buChar char="•"/>
            </a:pPr>
            <a:r>
              <a:rPr sz="2400"/>
              <a:t>Key Metric - Payment Intensity: Defined as the total industry payment amount divided by the number of households in a state. </a:t>
            </a:r>
            <a:endParaRPr sz="2400"/>
          </a:p>
          <a:p>
            <a:pPr marL="342900" indent="-342900">
              <a:lnSpc>
                <a:spcPct val="100000"/>
              </a:lnSpc>
              <a:buFont typeface="Arial" panose="020B0604020202090204" pitchFamily="34" charset="0"/>
              <a:buChar char="•"/>
            </a:pPr>
            <a:endParaRPr sz="2400"/>
          </a:p>
          <a:p>
            <a:pPr marL="342900" indent="-342900">
              <a:lnSpc>
                <a:spcPct val="100000"/>
              </a:lnSpc>
              <a:buFont typeface="Arial" panose="020B0604020202090204" pitchFamily="34" charset="0"/>
              <a:buChar char="•"/>
            </a:pPr>
            <a:r>
              <a:rPr sz="2400"/>
              <a:t>Spatial Analysis: Utilized GeoPandas and Altair for interactive choropleth mapping and correlation testing.</a:t>
            </a:r>
            <a:endParaRPr sz="240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23292" y="290279"/>
            <a:ext cx="4047050" cy="337185"/>
            <a:chOff x="223292" y="290279"/>
            <a:chExt cx="4047050" cy="337185"/>
          </a:xfrm>
        </p:grpSpPr>
        <p:grpSp>
          <p:nvGrpSpPr>
            <p:cNvPr id="3" name="Group 2"/>
            <p:cNvGrpSpPr/>
            <p:nvPr/>
          </p:nvGrpSpPr>
          <p:grpSpPr>
            <a:xfrm>
              <a:off x="223292" y="292200"/>
              <a:ext cx="3655314" cy="0"/>
              <a:chOff x="6707124" y="561442"/>
              <a:chExt cx="4873752" cy="0"/>
            </a:xfrm>
            <a:noFill/>
          </p:grpSpPr>
          <p:cxnSp>
            <p:nvCxnSpPr>
              <p:cNvPr id="6" name="Straight Connector 5"/>
              <p:cNvCxnSpPr/>
              <p:nvPr userDrawn="1"/>
            </p:nvCxnSpPr>
            <p:spPr>
              <a:xfrm>
                <a:off x="6707124" y="561442"/>
                <a:ext cx="4873752" cy="0"/>
              </a:xfrm>
              <a:prstGeom prst="line">
                <a:avLst/>
              </a:prstGeom>
              <a:grpFill/>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6707124" y="561442"/>
                <a:ext cx="988466" cy="0"/>
              </a:xfrm>
              <a:prstGeom prst="line">
                <a:avLst/>
              </a:prstGeom>
              <a:grpFill/>
              <a:ln w="539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4" name="TextBox 3"/>
            <p:cNvSpPr txBox="1"/>
            <p:nvPr/>
          </p:nvSpPr>
          <p:spPr>
            <a:xfrm>
              <a:off x="387660" y="290279"/>
              <a:ext cx="408940" cy="337185"/>
            </a:xfrm>
            <a:prstGeom prst="rect">
              <a:avLst/>
            </a:prstGeom>
            <a:noFill/>
            <a:ln>
              <a:noFill/>
            </a:ln>
          </p:spPr>
          <p:txBody>
            <a:bodyPr wrap="none" rtlCol="0" anchor="b">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a:ln>
                    <a:noFill/>
                  </a:ln>
                  <a:solidFill>
                    <a:srgbClr val="FF9E16"/>
                  </a:solidFill>
                  <a:effectLst/>
                  <a:uLnTx/>
                  <a:uFillTx/>
                  <a:latin typeface="Calibri" panose="020F0502020204030204" pitchFamily="34" charset="0"/>
                  <a:cs typeface="Calibri" panose="020F0502020204030204" pitchFamily="34" charset="0"/>
                  <a:sym typeface="Arial" panose="020B0604020202090204"/>
                </a:rPr>
                <a:t>03</a:t>
              </a:r>
              <a:endParaRPr kumimoji="0" lang="en-US" sz="1600" b="0" i="0" u="none" strike="noStrike" kern="1200" cap="none" spc="0" normalizeH="0" baseline="0" noProof="0" dirty="0">
                <a:ln>
                  <a:noFill/>
                </a:ln>
                <a:solidFill>
                  <a:srgbClr val="FF9E16"/>
                </a:solidFill>
                <a:effectLst/>
                <a:uLnTx/>
                <a:uFillTx/>
                <a:latin typeface="Calibri" panose="020F0502020204030204" pitchFamily="34" charset="0"/>
                <a:cs typeface="Calibri" panose="020F0502020204030204" pitchFamily="34" charset="0"/>
                <a:sym typeface="Arial" panose="020B0604020202090204"/>
              </a:endParaRPr>
            </a:p>
          </p:txBody>
        </p:sp>
        <p:sp>
          <p:nvSpPr>
            <p:cNvPr id="5" name="Rectangle: Rounded Corners 35"/>
            <p:cNvSpPr/>
            <p:nvPr/>
          </p:nvSpPr>
          <p:spPr>
            <a:xfrm>
              <a:off x="964641" y="329123"/>
              <a:ext cx="3305701" cy="259454"/>
            </a:xfrm>
            <a:prstGeom prst="roundRect">
              <a:avLst>
                <a:gd name="adj" fmla="val 9439"/>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000" b="0" i="0" u="none" strike="noStrike" kern="0" cap="none" normalizeH="0" baseline="0" noProof="0" dirty="0">
                  <a:ln>
                    <a:noFill/>
                  </a:ln>
                  <a:solidFill>
                    <a:srgbClr val="646569">
                      <a:lumMod val="50000"/>
                    </a:srgbClr>
                  </a:solidFill>
                  <a:effectLst/>
                  <a:uLnTx/>
                  <a:uFillTx/>
                  <a:latin typeface="Calibri" panose="020F0502020204030204" pitchFamily="34" charset="0"/>
                  <a:cs typeface="Calibri" panose="020F0502020204030204" pitchFamily="34" charset="0"/>
                  <a:sym typeface="Arial" panose="020B0604020202090204"/>
                </a:rPr>
                <a:t>Methodology &amp; Data Integration</a:t>
              </a:r>
              <a:endParaRPr kumimoji="0" lang="en-US" sz="1000" b="0" i="0" u="none" strike="noStrike" kern="0" cap="none" normalizeH="0" baseline="0" noProof="0" dirty="0">
                <a:ln>
                  <a:noFill/>
                </a:ln>
                <a:solidFill>
                  <a:srgbClr val="646569">
                    <a:lumMod val="50000"/>
                  </a:srgbClr>
                </a:solidFill>
                <a:effectLst/>
                <a:uLnTx/>
                <a:uFillTx/>
                <a:latin typeface="Calibri" panose="020F0502020204030204" pitchFamily="34" charset="0"/>
                <a:cs typeface="Calibri" panose="020F0502020204030204" pitchFamily="34" charset="0"/>
                <a:sym typeface="Arial" panose="020B0604020202090204"/>
              </a:endParaRPr>
            </a:p>
          </p:txBody>
        </p:sp>
      </p:grpSp>
      <p:sp>
        <p:nvSpPr>
          <p:cNvPr id="8" name="Google Shape;1403;p44"/>
          <p:cNvSpPr txBox="1"/>
          <p:nvPr/>
        </p:nvSpPr>
        <p:spPr>
          <a:xfrm>
            <a:off x="389396" y="645473"/>
            <a:ext cx="11181600" cy="579664"/>
          </a:xfrm>
          <a:prstGeom prst="rect">
            <a:avLst/>
          </a:prstGeom>
          <a:noFill/>
          <a:ln>
            <a:noFill/>
          </a:ln>
        </p:spPr>
        <p:txBody>
          <a:bodyPr spcFirstLastPara="1" wrap="square" lIns="91425" tIns="45700" rIns="91425" bIns="45700" anchor="t" anchorCtr="0">
            <a:noAutofit/>
          </a:bodyPr>
          <a:lstStyle>
            <a:defPPr>
              <a:defRPr lang="en-US"/>
            </a:defPPr>
            <a:lvl1pPr marR="0" lvl="0" indent="0" fontAlgn="auto">
              <a:lnSpc>
                <a:spcPct val="100000"/>
              </a:lnSpc>
              <a:spcBef>
                <a:spcPts val="0"/>
              </a:spcBef>
              <a:spcAft>
                <a:spcPts val="0"/>
              </a:spcAft>
              <a:buClr>
                <a:srgbClr val="FF9E16"/>
              </a:buClr>
              <a:buSzPts val="4000"/>
              <a:buFont typeface="Arial" panose="020B0604020202090204" pitchFamily="34" charset="0"/>
              <a:buNone/>
              <a:defRPr kumimoji="0" sz="3000" b="0" i="0" u="none" strike="noStrike" kern="0" cap="none" spc="0" normalizeH="0" baseline="0">
                <a:ln>
                  <a:noFill/>
                </a:ln>
                <a:solidFill>
                  <a:srgbClr val="FF9E16"/>
                </a:solidFill>
                <a:effectLst/>
                <a:uLnTx/>
                <a:uFillTx/>
                <a:latin typeface="Calibri Light" panose="020F0302020204030204" pitchFamily="34" charset="0"/>
                <a:ea typeface="宋体" pitchFamily="2" charset="-122"/>
                <a:cs typeface="Calibri Light" panose="020F0302020204030204" pitchFamily="34" charset="0"/>
              </a:defRPr>
            </a:lvl1pPr>
          </a:lstStyle>
          <a:p>
            <a:r>
              <a:rPr lang="en-US" altLang="zh-CN" dirty="0">
                <a:sym typeface="Arial" panose="020B0604020202090204"/>
              </a:rPr>
              <a:t>Technical Approach: Data Pipeline and Normalization</a:t>
            </a:r>
            <a:endParaRPr lang="en-US" altLang="zh-CN" dirty="0">
              <a:sym typeface="Arial" panose="020B0604020202090204"/>
            </a:endParaRPr>
          </a:p>
        </p:txBody>
      </p:sp>
      <p:sp>
        <p:nvSpPr>
          <p:cNvPr id="49" name="Google Shape;757;p4"/>
          <p:cNvSpPr/>
          <p:nvPr/>
        </p:nvSpPr>
        <p:spPr>
          <a:xfrm>
            <a:off x="136490" y="675279"/>
            <a:ext cx="11857355" cy="0"/>
          </a:xfrm>
          <a:custGeom>
            <a:avLst/>
            <a:gdLst/>
            <a:ahLst/>
            <a:cxnLst/>
            <a:rect l="l" t="t" r="r" b="b"/>
            <a:pathLst>
              <a:path w="11857355" h="120000" extrusionOk="0">
                <a:moveTo>
                  <a:pt x="0" y="0"/>
                </a:moveTo>
                <a:lnTo>
                  <a:pt x="11856974" y="0"/>
                </a:lnTo>
              </a:path>
            </a:pathLst>
          </a:custGeom>
          <a:noFill/>
          <a:ln w="19800"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pitchFamily="34" charset="0"/>
              <a:ea typeface="Arial" panose="020B0604020202090204"/>
              <a:cs typeface="Calibri" panose="020F0502020204030204" pitchFamily="34" charset="0"/>
              <a:sym typeface="Arial" panose="020B0604020202090204"/>
            </a:endParaRPr>
          </a:p>
        </p:txBody>
      </p:sp>
      <p:sp>
        <p:nvSpPr>
          <p:cNvPr id="9" name="Text Box 8"/>
          <p:cNvSpPr txBox="1"/>
          <p:nvPr/>
        </p:nvSpPr>
        <p:spPr>
          <a:xfrm>
            <a:off x="779780" y="1413510"/>
            <a:ext cx="10255885" cy="4671695"/>
          </a:xfrm>
          <a:prstGeom prst="rect">
            <a:avLst/>
          </a:prstGeom>
        </p:spPr>
        <p:txBody>
          <a:bodyPr wrap="square">
            <a:noAutofit/>
          </a:bodyPr>
          <a:p>
            <a:pPr marL="342900" indent="-342900">
              <a:lnSpc>
                <a:spcPct val="100000"/>
              </a:lnSpc>
              <a:buFont typeface="Arial" panose="020B0604020202090204" pitchFamily="34" charset="0"/>
              <a:buChar char="•"/>
            </a:pPr>
            <a:r>
              <a:rPr sz="2400"/>
              <a:t>CMS Open Payments (2023): Processed "General Payments" to physicians, focusing on specialty and payment nature. </a:t>
            </a:r>
            <a:endParaRPr sz="2400"/>
          </a:p>
          <a:p>
            <a:pPr marL="342900" indent="-342900">
              <a:lnSpc>
                <a:spcPct val="100000"/>
              </a:lnSpc>
              <a:buFont typeface="Arial" panose="020B0604020202090204" pitchFamily="34" charset="0"/>
              <a:buChar char="•"/>
            </a:pPr>
            <a:endParaRPr sz="2400"/>
          </a:p>
          <a:p>
            <a:pPr marL="342900" indent="-342900">
              <a:lnSpc>
                <a:spcPct val="100000"/>
              </a:lnSpc>
              <a:buFont typeface="Arial" panose="020B0604020202090204" pitchFamily="34" charset="0"/>
              <a:buChar char="•"/>
            </a:pPr>
            <a:r>
              <a:rPr sz="2400"/>
              <a:t>ACS Census Data (2024): Integrated state-level indicators including Median Household Income and total household counts. </a:t>
            </a:r>
            <a:endParaRPr sz="2400"/>
          </a:p>
          <a:p>
            <a:pPr marL="342900" indent="-342900">
              <a:lnSpc>
                <a:spcPct val="100000"/>
              </a:lnSpc>
              <a:buFont typeface="Arial" panose="020B0604020202090204" pitchFamily="34" charset="0"/>
              <a:buChar char="•"/>
            </a:pPr>
            <a:endParaRPr sz="2400"/>
          </a:p>
          <a:p>
            <a:pPr marL="342900" indent="-342900">
              <a:lnSpc>
                <a:spcPct val="100000"/>
              </a:lnSpc>
              <a:buFont typeface="Arial" panose="020B0604020202090204" pitchFamily="34" charset="0"/>
              <a:buChar char="•"/>
            </a:pPr>
            <a:r>
              <a:rPr sz="2400"/>
              <a:t>Data Pipeline: Built a Python-based ETL process to clean, merge, and normalize datasets for comparative analysis. </a:t>
            </a:r>
            <a:endParaRPr sz="2400"/>
          </a:p>
          <a:p>
            <a:pPr marL="342900" indent="-342900">
              <a:lnSpc>
                <a:spcPct val="100000"/>
              </a:lnSpc>
              <a:buFont typeface="Arial" panose="020B0604020202090204" pitchFamily="34" charset="0"/>
              <a:buChar char="•"/>
            </a:pPr>
            <a:endParaRPr sz="2400"/>
          </a:p>
          <a:p>
            <a:pPr marL="342900" indent="-342900">
              <a:lnSpc>
                <a:spcPct val="100000"/>
              </a:lnSpc>
              <a:buFont typeface="Arial" panose="020B0604020202090204" pitchFamily="34" charset="0"/>
              <a:buChar char="•"/>
            </a:pPr>
            <a:r>
              <a:rPr sz="2400"/>
              <a:t>Key Metric - Payment Intensity: Defined as the total industry payment amount divided by the number of households in a state. </a:t>
            </a:r>
            <a:endParaRPr sz="2400"/>
          </a:p>
          <a:p>
            <a:pPr marL="342900" indent="-342900">
              <a:lnSpc>
                <a:spcPct val="100000"/>
              </a:lnSpc>
              <a:buFont typeface="Arial" panose="020B0604020202090204" pitchFamily="34" charset="0"/>
              <a:buChar char="•"/>
            </a:pPr>
            <a:endParaRPr sz="2400"/>
          </a:p>
          <a:p>
            <a:pPr marL="342900" indent="-342900">
              <a:lnSpc>
                <a:spcPct val="100000"/>
              </a:lnSpc>
              <a:buFont typeface="Arial" panose="020B0604020202090204" pitchFamily="34" charset="0"/>
              <a:buChar char="•"/>
            </a:pPr>
            <a:r>
              <a:rPr sz="2400"/>
              <a:t>Spatial Analysis: Utilized GeoPandas and Altair for interactive choropleth mapping and correlation testing.</a:t>
            </a:r>
            <a:endParaRPr sz="240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23292" y="290279"/>
            <a:ext cx="4047050" cy="337185"/>
            <a:chOff x="223292" y="290279"/>
            <a:chExt cx="4047050" cy="337185"/>
          </a:xfrm>
        </p:grpSpPr>
        <p:grpSp>
          <p:nvGrpSpPr>
            <p:cNvPr id="3" name="Group 2"/>
            <p:cNvGrpSpPr/>
            <p:nvPr/>
          </p:nvGrpSpPr>
          <p:grpSpPr>
            <a:xfrm>
              <a:off x="223292" y="292200"/>
              <a:ext cx="3655314" cy="0"/>
              <a:chOff x="6707124" y="561442"/>
              <a:chExt cx="4873752" cy="0"/>
            </a:xfrm>
            <a:noFill/>
          </p:grpSpPr>
          <p:cxnSp>
            <p:nvCxnSpPr>
              <p:cNvPr id="6" name="Straight Connector 5"/>
              <p:cNvCxnSpPr/>
              <p:nvPr userDrawn="1"/>
            </p:nvCxnSpPr>
            <p:spPr>
              <a:xfrm>
                <a:off x="6707124" y="561442"/>
                <a:ext cx="4873752" cy="0"/>
              </a:xfrm>
              <a:prstGeom prst="line">
                <a:avLst/>
              </a:prstGeom>
              <a:grpFill/>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6707124" y="561442"/>
                <a:ext cx="988466" cy="0"/>
              </a:xfrm>
              <a:prstGeom prst="line">
                <a:avLst/>
              </a:prstGeom>
              <a:grpFill/>
              <a:ln w="539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4" name="TextBox 3"/>
            <p:cNvSpPr txBox="1"/>
            <p:nvPr/>
          </p:nvSpPr>
          <p:spPr>
            <a:xfrm>
              <a:off x="387660" y="290279"/>
              <a:ext cx="408940" cy="337185"/>
            </a:xfrm>
            <a:prstGeom prst="rect">
              <a:avLst/>
            </a:prstGeom>
            <a:noFill/>
            <a:ln>
              <a:noFill/>
            </a:ln>
          </p:spPr>
          <p:txBody>
            <a:bodyPr wrap="none" rtlCol="0" anchor="b">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a:ln>
                    <a:noFill/>
                  </a:ln>
                  <a:solidFill>
                    <a:srgbClr val="FF9E16"/>
                  </a:solidFill>
                  <a:effectLst/>
                  <a:uLnTx/>
                  <a:uFillTx/>
                  <a:latin typeface="Calibri" panose="020F0502020204030204" pitchFamily="34" charset="0"/>
                  <a:cs typeface="Calibri" panose="020F0502020204030204" pitchFamily="34" charset="0"/>
                  <a:sym typeface="Arial" panose="020B0604020202090204"/>
                </a:rPr>
                <a:t>04</a:t>
              </a:r>
              <a:endParaRPr kumimoji="0" lang="en-US" sz="1600" b="0" i="0" u="none" strike="noStrike" kern="1200" cap="none" spc="0" normalizeH="0" baseline="0" noProof="0" dirty="0">
                <a:ln>
                  <a:noFill/>
                </a:ln>
                <a:solidFill>
                  <a:srgbClr val="FF9E16"/>
                </a:solidFill>
                <a:effectLst/>
                <a:uLnTx/>
                <a:uFillTx/>
                <a:latin typeface="Calibri" panose="020F0502020204030204" pitchFamily="34" charset="0"/>
                <a:cs typeface="Calibri" panose="020F0502020204030204" pitchFamily="34" charset="0"/>
                <a:sym typeface="Arial" panose="020B0604020202090204"/>
              </a:endParaRPr>
            </a:p>
          </p:txBody>
        </p:sp>
        <p:sp>
          <p:nvSpPr>
            <p:cNvPr id="5" name="Rectangle: Rounded Corners 35"/>
            <p:cNvSpPr/>
            <p:nvPr/>
          </p:nvSpPr>
          <p:spPr>
            <a:xfrm>
              <a:off x="964641" y="329123"/>
              <a:ext cx="3305701" cy="259454"/>
            </a:xfrm>
            <a:prstGeom prst="roundRect">
              <a:avLst>
                <a:gd name="adj" fmla="val 9439"/>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000" b="0" i="0" u="none" strike="noStrike" kern="0" cap="none" normalizeH="0" baseline="0" noProof="0" dirty="0">
                  <a:ln>
                    <a:noFill/>
                  </a:ln>
                  <a:solidFill>
                    <a:srgbClr val="646569">
                      <a:lumMod val="50000"/>
                    </a:srgbClr>
                  </a:solidFill>
                  <a:effectLst/>
                  <a:uLnTx/>
                  <a:uFillTx/>
                  <a:latin typeface="Calibri" panose="020F0502020204030204" pitchFamily="34" charset="0"/>
                  <a:cs typeface="Calibri" panose="020F0502020204030204" pitchFamily="34" charset="0"/>
                  <a:sym typeface="Arial" panose="020B0604020202090204"/>
                </a:rPr>
                <a:t>Result 1 - Distribution by Medical Specialty</a:t>
              </a:r>
              <a:endParaRPr kumimoji="0" lang="en-US" sz="1000" b="0" i="0" u="none" strike="noStrike" kern="0" cap="none" normalizeH="0" baseline="0" noProof="0" dirty="0">
                <a:ln>
                  <a:noFill/>
                </a:ln>
                <a:solidFill>
                  <a:srgbClr val="646569">
                    <a:lumMod val="50000"/>
                  </a:srgbClr>
                </a:solidFill>
                <a:effectLst/>
                <a:uLnTx/>
                <a:uFillTx/>
                <a:latin typeface="Calibri" panose="020F0502020204030204" pitchFamily="34" charset="0"/>
                <a:cs typeface="Calibri" panose="020F0502020204030204" pitchFamily="34" charset="0"/>
                <a:sym typeface="Arial" panose="020B0604020202090204"/>
              </a:endParaRPr>
            </a:p>
          </p:txBody>
        </p:sp>
      </p:grpSp>
      <p:sp>
        <p:nvSpPr>
          <p:cNvPr id="49" name="Google Shape;757;p4"/>
          <p:cNvSpPr/>
          <p:nvPr/>
        </p:nvSpPr>
        <p:spPr>
          <a:xfrm>
            <a:off x="136490" y="675279"/>
            <a:ext cx="11857355" cy="0"/>
          </a:xfrm>
          <a:custGeom>
            <a:avLst/>
            <a:gdLst/>
            <a:ahLst/>
            <a:cxnLst/>
            <a:rect l="l" t="t" r="r" b="b"/>
            <a:pathLst>
              <a:path w="11857355" h="120000" extrusionOk="0">
                <a:moveTo>
                  <a:pt x="0" y="0"/>
                </a:moveTo>
                <a:lnTo>
                  <a:pt x="11856974" y="0"/>
                </a:lnTo>
              </a:path>
            </a:pathLst>
          </a:custGeom>
          <a:noFill/>
          <a:ln w="19800"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pitchFamily="34" charset="0"/>
              <a:ea typeface="Arial" panose="020B0604020202090204"/>
              <a:cs typeface="Calibri" panose="020F0502020204030204" pitchFamily="34" charset="0"/>
              <a:sym typeface="Arial" panose="020B0604020202090204"/>
            </a:endParaRPr>
          </a:p>
        </p:txBody>
      </p:sp>
      <p:sp>
        <p:nvSpPr>
          <p:cNvPr id="2724" name="Google Shape;2724;p101"/>
          <p:cNvSpPr/>
          <p:nvPr>
            <p:custDataLst>
              <p:tags r:id="rId1"/>
            </p:custDataLst>
          </p:nvPr>
        </p:nvSpPr>
        <p:spPr>
          <a:xfrm>
            <a:off x="251231" y="832556"/>
            <a:ext cx="5213398" cy="309200"/>
          </a:xfrm>
          <a:prstGeom prst="rect">
            <a:avLst/>
          </a:prstGeom>
        </p:spPr>
        <p:style>
          <a:lnRef idx="0">
            <a:srgbClr val="FFFFFF"/>
          </a:lnRef>
          <a:fillRef idx="1">
            <a:schemeClr val="accent1"/>
          </a:fillRef>
          <a:effectRef idx="0">
            <a:srgbClr val="FFFFFF"/>
          </a:effectRef>
          <a:fontRef idx="minor">
            <a:schemeClr val="lt1"/>
          </a:fontRef>
        </p:style>
        <p:txBody>
          <a:bodyPr spcFirstLastPara="1" wrap="square" lIns="91425" tIns="45700" rIns="91425" bIns="45700" anchor="ctr" anchorCtr="0">
            <a:noAutofit/>
          </a:bodyPr>
          <a:p>
            <a:pPr marL="0" marR="0" lvl="0" indent="0" algn="ctr" rtl="0">
              <a:lnSpc>
                <a:spcPct val="100000"/>
              </a:lnSpc>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Structural Concentration: Top 10 Specialties by Funding</a:t>
            </a:r>
            <a:endParaRPr lang="en-US" sz="1400" b="1" i="0" u="none" strike="noStrike" cap="none">
              <a:solidFill>
                <a:srgbClr val="FFFFFF"/>
              </a:solidFill>
              <a:latin typeface="Calibri"/>
              <a:ea typeface="Calibri"/>
              <a:cs typeface="Calibri"/>
              <a:sym typeface="Calibri"/>
            </a:endParaRPr>
          </a:p>
        </p:txBody>
      </p:sp>
      <p:pic>
        <p:nvPicPr>
          <p:cNvPr id="10" name="Picture 9" descr="1. Top 10 Medical Specialties by Industry Funding Intensity (2023)"/>
          <p:cNvPicPr>
            <a:picLocks noChangeAspect="1"/>
          </p:cNvPicPr>
          <p:nvPr/>
        </p:nvPicPr>
        <p:blipFill>
          <a:blip r:embed="rId2"/>
          <a:stretch>
            <a:fillRect/>
          </a:stretch>
        </p:blipFill>
        <p:spPr>
          <a:xfrm>
            <a:off x="251460" y="1141730"/>
            <a:ext cx="8393430" cy="3957955"/>
          </a:xfrm>
          <a:prstGeom prst="rect">
            <a:avLst/>
          </a:prstGeom>
        </p:spPr>
      </p:pic>
      <p:sp>
        <p:nvSpPr>
          <p:cNvPr id="11" name="Text Box 10"/>
          <p:cNvSpPr txBox="1"/>
          <p:nvPr/>
        </p:nvSpPr>
        <p:spPr>
          <a:xfrm>
            <a:off x="8687435" y="1141730"/>
            <a:ext cx="3306445" cy="5046345"/>
          </a:xfrm>
          <a:prstGeom prst="rect">
            <a:avLst/>
          </a:prstGeom>
        </p:spPr>
        <p:txBody>
          <a:bodyPr wrap="square">
            <a:spAutoFit/>
          </a:bodyPr>
          <a:p>
            <a:pPr marL="285750" indent="-285750">
              <a:buFont typeface="Arial" panose="020B0604020202090204" pitchFamily="34" charset="0"/>
              <a:buChar char="•"/>
            </a:pPr>
            <a:r>
              <a:rPr sz="1400" b="1"/>
              <a:t>Dominance of the "Unknown"</a:t>
            </a:r>
            <a:r>
              <a:rPr sz="1400"/>
              <a:t>: Nearly </a:t>
            </a:r>
            <a:r>
              <a:rPr sz="1400" b="1"/>
              <a:t>$800 million</a:t>
            </a:r>
            <a:r>
              <a:rPr sz="1400"/>
              <a:t> flows to recipients without a registered clinical specialty in the CMS system.</a:t>
            </a:r>
            <a:endParaRPr sz="1400"/>
          </a:p>
          <a:p>
            <a:pPr marL="285750" indent="-285750">
              <a:buFont typeface="Arial" panose="020B0604020202090204" pitchFamily="34" charset="0"/>
              <a:buChar char="•"/>
            </a:pPr>
            <a:r>
              <a:rPr sz="1400" b="1"/>
              <a:t>Orthopaedic Surgery Leadership</a:t>
            </a:r>
            <a:r>
              <a:rPr sz="1400"/>
              <a:t>: Leads identified clinical fields with over </a:t>
            </a:r>
            <a:r>
              <a:rPr sz="1400" b="1"/>
              <a:t>$400 million</a:t>
            </a:r>
            <a:r>
              <a:rPr sz="1400"/>
              <a:t> in total funding.</a:t>
            </a:r>
            <a:endParaRPr sz="1400"/>
          </a:p>
          <a:p>
            <a:pPr marL="285750" indent="-285750">
              <a:buFont typeface="Arial" panose="020B0604020202090204" pitchFamily="34" charset="0"/>
              <a:buChar char="•"/>
            </a:pPr>
            <a:r>
              <a:rPr sz="1400" b="1"/>
              <a:t>Divergent Strategies</a:t>
            </a:r>
            <a:r>
              <a:rPr sz="1400"/>
              <a:t>:</a:t>
            </a:r>
            <a:endParaRPr sz="1400"/>
          </a:p>
          <a:p>
            <a:pPr marL="742950" lvl="1" indent="-285750">
              <a:buFont typeface="Arial" panose="020B0604020202090204" pitchFamily="34" charset="0"/>
              <a:buChar char="•"/>
            </a:pPr>
            <a:r>
              <a:rPr sz="1400" b="1"/>
              <a:t>High-Stakes Technical Bonding</a:t>
            </a:r>
            <a:r>
              <a:rPr sz="1400"/>
              <a:t>: Surgical fields like Orthopaedics and Neurosurgery receive large, concentrated payments for high-tech devices.</a:t>
            </a:r>
            <a:endParaRPr sz="1400"/>
          </a:p>
          <a:p>
            <a:pPr marL="742950" lvl="1" indent="-285750">
              <a:buFont typeface="Arial" panose="020B0604020202090204" pitchFamily="34" charset="0"/>
              <a:buChar char="•"/>
            </a:pPr>
            <a:r>
              <a:rPr sz="1400" b="1"/>
              <a:t>High-Frequency Marketing</a:t>
            </a:r>
            <a:r>
              <a:rPr sz="1400"/>
              <a:t>: Internal Medicine has six times the payment frequency of Orthopaedics, reflecting routine marketing coverage.</a:t>
            </a:r>
            <a:endParaRPr sz="1400"/>
          </a:p>
          <a:p>
            <a:pPr marL="285750" indent="-285750">
              <a:buFont typeface="Arial" panose="020B0604020202090204" pitchFamily="34" charset="0"/>
              <a:buChar char="•"/>
            </a:pPr>
            <a:r>
              <a:rPr sz="1400" b="1"/>
              <a:t>Insight</a:t>
            </a:r>
            <a:r>
              <a:rPr sz="1400"/>
              <a:t>: Industry sponsorship is skewed toward high-profit, device-driven disciplines rather than patient volume.</a:t>
            </a:r>
            <a:endParaRPr sz="140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23292" y="290279"/>
            <a:ext cx="4047050" cy="337185"/>
            <a:chOff x="223292" y="290279"/>
            <a:chExt cx="4047050" cy="337185"/>
          </a:xfrm>
        </p:grpSpPr>
        <p:grpSp>
          <p:nvGrpSpPr>
            <p:cNvPr id="3" name="Group 2"/>
            <p:cNvGrpSpPr/>
            <p:nvPr/>
          </p:nvGrpSpPr>
          <p:grpSpPr>
            <a:xfrm>
              <a:off x="223292" y="292200"/>
              <a:ext cx="3655314" cy="0"/>
              <a:chOff x="6707124" y="561442"/>
              <a:chExt cx="4873752" cy="0"/>
            </a:xfrm>
            <a:noFill/>
          </p:grpSpPr>
          <p:cxnSp>
            <p:nvCxnSpPr>
              <p:cNvPr id="6" name="Straight Connector 5"/>
              <p:cNvCxnSpPr/>
              <p:nvPr userDrawn="1"/>
            </p:nvCxnSpPr>
            <p:spPr>
              <a:xfrm>
                <a:off x="6707124" y="561442"/>
                <a:ext cx="4873752" cy="0"/>
              </a:xfrm>
              <a:prstGeom prst="line">
                <a:avLst/>
              </a:prstGeom>
              <a:grpFill/>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6707124" y="561442"/>
                <a:ext cx="988466" cy="0"/>
              </a:xfrm>
              <a:prstGeom prst="line">
                <a:avLst/>
              </a:prstGeom>
              <a:grpFill/>
              <a:ln w="539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4" name="TextBox 3"/>
            <p:cNvSpPr txBox="1"/>
            <p:nvPr/>
          </p:nvSpPr>
          <p:spPr>
            <a:xfrm>
              <a:off x="387660" y="290279"/>
              <a:ext cx="408940" cy="337185"/>
            </a:xfrm>
            <a:prstGeom prst="rect">
              <a:avLst/>
            </a:prstGeom>
            <a:noFill/>
            <a:ln>
              <a:noFill/>
            </a:ln>
          </p:spPr>
          <p:txBody>
            <a:bodyPr wrap="none" rtlCol="0" anchor="b">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a:ln>
                    <a:noFill/>
                  </a:ln>
                  <a:solidFill>
                    <a:srgbClr val="FF9E16"/>
                  </a:solidFill>
                  <a:effectLst/>
                  <a:uLnTx/>
                  <a:uFillTx/>
                  <a:latin typeface="Calibri" panose="020F0502020204030204" pitchFamily="34" charset="0"/>
                  <a:cs typeface="Calibri" panose="020F0502020204030204" pitchFamily="34" charset="0"/>
                  <a:sym typeface="Arial" panose="020B0604020202090204"/>
                </a:rPr>
                <a:t>04</a:t>
              </a:r>
              <a:endParaRPr kumimoji="0" lang="en-US" sz="1600" b="0" i="0" u="none" strike="noStrike" kern="1200" cap="none" spc="0" normalizeH="0" baseline="0" noProof="0" dirty="0">
                <a:ln>
                  <a:noFill/>
                </a:ln>
                <a:solidFill>
                  <a:srgbClr val="FF9E16"/>
                </a:solidFill>
                <a:effectLst/>
                <a:uLnTx/>
                <a:uFillTx/>
                <a:latin typeface="Calibri" panose="020F0502020204030204" pitchFamily="34" charset="0"/>
                <a:cs typeface="Calibri" panose="020F0502020204030204" pitchFamily="34" charset="0"/>
                <a:sym typeface="Arial" panose="020B0604020202090204"/>
              </a:endParaRPr>
            </a:p>
          </p:txBody>
        </p:sp>
        <p:sp>
          <p:nvSpPr>
            <p:cNvPr id="5" name="Rectangle: Rounded Corners 35"/>
            <p:cNvSpPr/>
            <p:nvPr/>
          </p:nvSpPr>
          <p:spPr>
            <a:xfrm>
              <a:off x="964641" y="329123"/>
              <a:ext cx="3305701" cy="259454"/>
            </a:xfrm>
            <a:prstGeom prst="roundRect">
              <a:avLst>
                <a:gd name="adj" fmla="val 9439"/>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000" b="0" i="0" u="none" strike="noStrike" kern="0" cap="none" normalizeH="0" baseline="0" noProof="0" dirty="0">
                  <a:ln>
                    <a:noFill/>
                  </a:ln>
                  <a:solidFill>
                    <a:srgbClr val="646569">
                      <a:lumMod val="50000"/>
                    </a:srgbClr>
                  </a:solidFill>
                  <a:effectLst/>
                  <a:uLnTx/>
                  <a:uFillTx/>
                  <a:latin typeface="Calibri" panose="020F0502020204030204" pitchFamily="34" charset="0"/>
                  <a:cs typeface="Calibri" panose="020F0502020204030204" pitchFamily="34" charset="0"/>
                  <a:sym typeface="Arial" panose="020B0604020202090204"/>
                </a:rPr>
                <a:t>Result 2 - Proportional Distribution of Payment Types</a:t>
              </a:r>
              <a:endParaRPr kumimoji="0" lang="en-US" sz="1000" b="0" i="0" u="none" strike="noStrike" kern="0" cap="none" normalizeH="0" baseline="0" noProof="0" dirty="0">
                <a:ln>
                  <a:noFill/>
                </a:ln>
                <a:solidFill>
                  <a:srgbClr val="646569">
                    <a:lumMod val="50000"/>
                  </a:srgbClr>
                </a:solidFill>
                <a:effectLst/>
                <a:uLnTx/>
                <a:uFillTx/>
                <a:latin typeface="Calibri" panose="020F0502020204030204" pitchFamily="34" charset="0"/>
                <a:cs typeface="Calibri" panose="020F0502020204030204" pitchFamily="34" charset="0"/>
                <a:sym typeface="Arial" panose="020B0604020202090204"/>
              </a:endParaRPr>
            </a:p>
          </p:txBody>
        </p:sp>
      </p:grpSp>
      <p:sp>
        <p:nvSpPr>
          <p:cNvPr id="49" name="Google Shape;757;p4"/>
          <p:cNvSpPr/>
          <p:nvPr/>
        </p:nvSpPr>
        <p:spPr>
          <a:xfrm>
            <a:off x="136490" y="675279"/>
            <a:ext cx="11857355" cy="0"/>
          </a:xfrm>
          <a:custGeom>
            <a:avLst/>
            <a:gdLst/>
            <a:ahLst/>
            <a:cxnLst/>
            <a:rect l="l" t="t" r="r" b="b"/>
            <a:pathLst>
              <a:path w="11857355" h="120000" extrusionOk="0">
                <a:moveTo>
                  <a:pt x="0" y="0"/>
                </a:moveTo>
                <a:lnTo>
                  <a:pt x="11856974" y="0"/>
                </a:lnTo>
              </a:path>
            </a:pathLst>
          </a:custGeom>
          <a:noFill/>
          <a:ln w="19800"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pitchFamily="34" charset="0"/>
              <a:ea typeface="Arial" panose="020B0604020202090204"/>
              <a:cs typeface="Calibri" panose="020F0502020204030204" pitchFamily="34" charset="0"/>
              <a:sym typeface="Arial" panose="020B0604020202090204"/>
            </a:endParaRPr>
          </a:p>
        </p:txBody>
      </p:sp>
      <p:sp>
        <p:nvSpPr>
          <p:cNvPr id="2724" name="Google Shape;2724;p101"/>
          <p:cNvSpPr/>
          <p:nvPr>
            <p:custDataLst>
              <p:tags r:id="rId1"/>
            </p:custDataLst>
          </p:nvPr>
        </p:nvSpPr>
        <p:spPr>
          <a:xfrm>
            <a:off x="251231" y="832556"/>
            <a:ext cx="5213398" cy="309200"/>
          </a:xfrm>
          <a:prstGeom prst="rect">
            <a:avLst/>
          </a:prstGeom>
        </p:spPr>
        <p:style>
          <a:lnRef idx="0">
            <a:srgbClr val="FFFFFF"/>
          </a:lnRef>
          <a:fillRef idx="1">
            <a:schemeClr val="accent1"/>
          </a:fillRef>
          <a:effectRef idx="0">
            <a:srgbClr val="FFFFFF"/>
          </a:effectRef>
          <a:fontRef idx="minor">
            <a:schemeClr val="lt1"/>
          </a:fontRef>
        </p:style>
        <p:txBody>
          <a:bodyPr spcFirstLastPara="1" wrap="square" lIns="91425" tIns="45700" rIns="91425" bIns="45700" anchor="ctr" anchorCtr="0">
            <a:noAutofit/>
          </a:bodyPr>
          <a:p>
            <a:pPr marL="0" marR="0" lvl="0" indent="0" algn="ctr" rtl="0">
              <a:lnSpc>
                <a:spcPct val="100000"/>
              </a:lnSpc>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The Nature of Influence: $1.19 Billion in Royalties</a:t>
            </a:r>
            <a:endParaRPr lang="en-US" sz="1400" b="1" i="0" u="none" strike="noStrike" cap="none">
              <a:solidFill>
                <a:srgbClr val="FFFFFF"/>
              </a:solidFill>
              <a:latin typeface="Calibri"/>
              <a:ea typeface="Calibri"/>
              <a:cs typeface="Calibri"/>
              <a:sym typeface="Calibri"/>
            </a:endParaRPr>
          </a:p>
        </p:txBody>
      </p:sp>
      <p:pic>
        <p:nvPicPr>
          <p:cNvPr id="8" name="Picture 7" descr="2. Proportional Distribution of Industry Payment Types (2023)"/>
          <p:cNvPicPr>
            <a:picLocks noChangeAspect="1"/>
          </p:cNvPicPr>
          <p:nvPr/>
        </p:nvPicPr>
        <p:blipFill>
          <a:blip r:embed="rId2"/>
          <a:stretch>
            <a:fillRect/>
          </a:stretch>
        </p:blipFill>
        <p:spPr>
          <a:xfrm>
            <a:off x="251460" y="1141730"/>
            <a:ext cx="7134860" cy="5060950"/>
          </a:xfrm>
          <a:prstGeom prst="rect">
            <a:avLst/>
          </a:prstGeom>
        </p:spPr>
      </p:pic>
      <p:sp>
        <p:nvSpPr>
          <p:cNvPr id="9" name="Text Box 8"/>
          <p:cNvSpPr txBox="1"/>
          <p:nvPr/>
        </p:nvSpPr>
        <p:spPr>
          <a:xfrm>
            <a:off x="8164830" y="1293495"/>
            <a:ext cx="3829050" cy="4523105"/>
          </a:xfrm>
          <a:prstGeom prst="rect">
            <a:avLst/>
          </a:prstGeom>
        </p:spPr>
        <p:txBody>
          <a:bodyPr wrap="square">
            <a:spAutoFit/>
          </a:bodyPr>
          <a:p>
            <a:pPr marL="285750" indent="-285750">
              <a:buFont typeface="Arial" panose="020B0604020202090204" pitchFamily="34" charset="0"/>
              <a:buChar char="•"/>
            </a:pPr>
            <a:r>
              <a:rPr sz="1600" b="1"/>
              <a:t>The Weight of Intellectual Property</a:t>
            </a:r>
            <a:r>
              <a:rPr sz="1600"/>
              <a:t>: </a:t>
            </a:r>
            <a:r>
              <a:rPr sz="1600" b="1"/>
              <a:t>Royalty and License</a:t>
            </a:r>
            <a:r>
              <a:rPr sz="1600"/>
              <a:t> fees represent the largest share of funding at approximately </a:t>
            </a:r>
            <a:r>
              <a:rPr sz="1600" b="1"/>
              <a:t>$1.19 billion</a:t>
            </a:r>
            <a:r>
              <a:rPr sz="1600"/>
              <a:t>.</a:t>
            </a:r>
            <a:endParaRPr sz="1600"/>
          </a:p>
          <a:p>
            <a:pPr marL="285750" indent="-285750">
              <a:buFont typeface="Arial" panose="020B0604020202090204" pitchFamily="34" charset="0"/>
              <a:buChar char="•"/>
            </a:pPr>
            <a:r>
              <a:rPr sz="1600" b="1"/>
              <a:t>Concentrated Incentives</a:t>
            </a:r>
            <a:r>
              <a:rPr sz="1600"/>
              <a:t>: These massive payments are typically monopolized by a tiny elite of influential researchers or institutions.</a:t>
            </a:r>
            <a:endParaRPr sz="1600"/>
          </a:p>
          <a:p>
            <a:pPr marL="285750" indent="-285750">
              <a:buFont typeface="Arial" panose="020B0604020202090204" pitchFamily="34" charset="0"/>
              <a:buChar char="•"/>
            </a:pPr>
            <a:r>
              <a:rPr sz="1600" b="1"/>
              <a:t>Professional Integration</a:t>
            </a:r>
            <a:r>
              <a:rPr sz="1600"/>
              <a:t>: Consulting and professional service fees represent the second tier, integrating financial interests into clinical decision-making.</a:t>
            </a:r>
            <a:endParaRPr sz="1600"/>
          </a:p>
          <a:p>
            <a:pPr marL="285750" indent="-285750">
              <a:buFont typeface="Arial" panose="020B0604020202090204" pitchFamily="34" charset="0"/>
              <a:buChar char="•"/>
            </a:pPr>
            <a:r>
              <a:rPr sz="1600" b="1"/>
              <a:t>Routine Penetration</a:t>
            </a:r>
            <a:r>
              <a:rPr sz="1600"/>
              <a:t>: Food and Beverage payments are low-value but occur with extreme frequency to maintain brand familiarity.</a:t>
            </a:r>
            <a:endParaRPr sz="160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23292" y="290279"/>
            <a:ext cx="4047050" cy="337185"/>
            <a:chOff x="223292" y="290279"/>
            <a:chExt cx="4047050" cy="337185"/>
          </a:xfrm>
        </p:grpSpPr>
        <p:grpSp>
          <p:nvGrpSpPr>
            <p:cNvPr id="3" name="Group 2"/>
            <p:cNvGrpSpPr/>
            <p:nvPr/>
          </p:nvGrpSpPr>
          <p:grpSpPr>
            <a:xfrm>
              <a:off x="223292" y="292200"/>
              <a:ext cx="3655314" cy="0"/>
              <a:chOff x="6707124" y="561442"/>
              <a:chExt cx="4873752" cy="0"/>
            </a:xfrm>
            <a:noFill/>
          </p:grpSpPr>
          <p:cxnSp>
            <p:nvCxnSpPr>
              <p:cNvPr id="6" name="Straight Connector 5"/>
              <p:cNvCxnSpPr/>
              <p:nvPr userDrawn="1"/>
            </p:nvCxnSpPr>
            <p:spPr>
              <a:xfrm>
                <a:off x="6707124" y="561442"/>
                <a:ext cx="4873752" cy="0"/>
              </a:xfrm>
              <a:prstGeom prst="line">
                <a:avLst/>
              </a:prstGeom>
              <a:grpFill/>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6707124" y="561442"/>
                <a:ext cx="988466" cy="0"/>
              </a:xfrm>
              <a:prstGeom prst="line">
                <a:avLst/>
              </a:prstGeom>
              <a:grpFill/>
              <a:ln w="539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4" name="TextBox 3"/>
            <p:cNvSpPr txBox="1"/>
            <p:nvPr/>
          </p:nvSpPr>
          <p:spPr>
            <a:xfrm>
              <a:off x="387660" y="290279"/>
              <a:ext cx="408940" cy="337185"/>
            </a:xfrm>
            <a:prstGeom prst="rect">
              <a:avLst/>
            </a:prstGeom>
            <a:noFill/>
            <a:ln>
              <a:noFill/>
            </a:ln>
          </p:spPr>
          <p:txBody>
            <a:bodyPr wrap="none" rtlCol="0" anchor="b">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a:ln>
                    <a:noFill/>
                  </a:ln>
                  <a:solidFill>
                    <a:srgbClr val="FF9E16"/>
                  </a:solidFill>
                  <a:effectLst/>
                  <a:uLnTx/>
                  <a:uFillTx/>
                  <a:latin typeface="Calibri" panose="020F0502020204030204" pitchFamily="34" charset="0"/>
                  <a:cs typeface="Calibri" panose="020F0502020204030204" pitchFamily="34" charset="0"/>
                  <a:sym typeface="Arial" panose="020B0604020202090204"/>
                </a:rPr>
                <a:t>04</a:t>
              </a:r>
              <a:endParaRPr kumimoji="0" lang="en-US" sz="1600" b="0" i="0" u="none" strike="noStrike" kern="1200" cap="none" spc="0" normalizeH="0" baseline="0" noProof="0" dirty="0">
                <a:ln>
                  <a:noFill/>
                </a:ln>
                <a:solidFill>
                  <a:srgbClr val="FF9E16"/>
                </a:solidFill>
                <a:effectLst/>
                <a:uLnTx/>
                <a:uFillTx/>
                <a:latin typeface="Calibri" panose="020F0502020204030204" pitchFamily="34" charset="0"/>
                <a:cs typeface="Calibri" panose="020F0502020204030204" pitchFamily="34" charset="0"/>
                <a:sym typeface="Arial" panose="020B0604020202090204"/>
              </a:endParaRPr>
            </a:p>
          </p:txBody>
        </p:sp>
        <p:sp>
          <p:nvSpPr>
            <p:cNvPr id="5" name="Rectangle: Rounded Corners 35"/>
            <p:cNvSpPr/>
            <p:nvPr/>
          </p:nvSpPr>
          <p:spPr>
            <a:xfrm>
              <a:off x="964641" y="329123"/>
              <a:ext cx="3305701" cy="259454"/>
            </a:xfrm>
            <a:prstGeom prst="roundRect">
              <a:avLst>
                <a:gd name="adj" fmla="val 9439"/>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000" b="0" i="0" u="none" strike="noStrike" kern="0" cap="none" normalizeH="0" baseline="0" noProof="0" dirty="0">
                  <a:ln>
                    <a:noFill/>
                  </a:ln>
                  <a:solidFill>
                    <a:srgbClr val="646569">
                      <a:lumMod val="50000"/>
                    </a:srgbClr>
                  </a:solidFill>
                  <a:effectLst/>
                  <a:uLnTx/>
                  <a:uFillTx/>
                  <a:latin typeface="Calibri" panose="020F0502020204030204" pitchFamily="34" charset="0"/>
                  <a:cs typeface="Calibri" panose="020F0502020204030204" pitchFamily="34" charset="0"/>
                  <a:sym typeface="Arial" panose="020B0604020202090204"/>
                </a:rPr>
                <a:t>Result 3 - Wealth Alignment Analysis</a:t>
              </a:r>
              <a:endParaRPr kumimoji="0" lang="en-US" sz="1000" b="0" i="0" u="none" strike="noStrike" kern="0" cap="none" normalizeH="0" baseline="0" noProof="0" dirty="0">
                <a:ln>
                  <a:noFill/>
                </a:ln>
                <a:solidFill>
                  <a:srgbClr val="646569">
                    <a:lumMod val="50000"/>
                  </a:srgbClr>
                </a:solidFill>
                <a:effectLst/>
                <a:uLnTx/>
                <a:uFillTx/>
                <a:latin typeface="Calibri" panose="020F0502020204030204" pitchFamily="34" charset="0"/>
                <a:cs typeface="Calibri" panose="020F0502020204030204" pitchFamily="34" charset="0"/>
                <a:sym typeface="Arial" panose="020B0604020202090204"/>
              </a:endParaRPr>
            </a:p>
          </p:txBody>
        </p:sp>
      </p:grpSp>
      <p:sp>
        <p:nvSpPr>
          <p:cNvPr id="49" name="Google Shape;757;p4"/>
          <p:cNvSpPr/>
          <p:nvPr/>
        </p:nvSpPr>
        <p:spPr>
          <a:xfrm>
            <a:off x="136490" y="675279"/>
            <a:ext cx="11857355" cy="0"/>
          </a:xfrm>
          <a:custGeom>
            <a:avLst/>
            <a:gdLst/>
            <a:ahLst/>
            <a:cxnLst/>
            <a:rect l="l" t="t" r="r" b="b"/>
            <a:pathLst>
              <a:path w="11857355" h="120000" extrusionOk="0">
                <a:moveTo>
                  <a:pt x="0" y="0"/>
                </a:moveTo>
                <a:lnTo>
                  <a:pt x="11856974" y="0"/>
                </a:lnTo>
              </a:path>
            </a:pathLst>
          </a:custGeom>
          <a:noFill/>
          <a:ln w="19800"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pitchFamily="34" charset="0"/>
              <a:ea typeface="Arial" panose="020B0604020202090204"/>
              <a:cs typeface="Calibri" panose="020F0502020204030204" pitchFamily="34" charset="0"/>
              <a:sym typeface="Arial" panose="020B0604020202090204"/>
            </a:endParaRPr>
          </a:p>
        </p:txBody>
      </p:sp>
      <p:sp>
        <p:nvSpPr>
          <p:cNvPr id="2724" name="Google Shape;2724;p101"/>
          <p:cNvSpPr/>
          <p:nvPr>
            <p:custDataLst>
              <p:tags r:id="rId1"/>
            </p:custDataLst>
          </p:nvPr>
        </p:nvSpPr>
        <p:spPr>
          <a:xfrm>
            <a:off x="251231" y="832556"/>
            <a:ext cx="5213398" cy="309200"/>
          </a:xfrm>
          <a:prstGeom prst="rect">
            <a:avLst/>
          </a:prstGeom>
        </p:spPr>
        <p:style>
          <a:lnRef idx="0">
            <a:srgbClr val="FFFFFF"/>
          </a:lnRef>
          <a:fillRef idx="1">
            <a:schemeClr val="accent1"/>
          </a:fillRef>
          <a:effectRef idx="0">
            <a:srgbClr val="FFFFFF"/>
          </a:effectRef>
          <a:fontRef idx="minor">
            <a:schemeClr val="lt1"/>
          </a:fontRef>
        </p:style>
        <p:txBody>
          <a:bodyPr spcFirstLastPara="1" wrap="square" lIns="91425" tIns="45700" rIns="91425" bIns="45700" anchor="ctr" anchorCtr="0">
            <a:noAutofit/>
          </a:bodyPr>
          <a:p>
            <a:pPr marL="0" marR="0" lvl="0" indent="0" algn="ctr" rtl="0">
              <a:lnSpc>
                <a:spcPct val="100000"/>
              </a:lnSpc>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Correlation: State Household Wealth vs. Industry Payments</a:t>
            </a:r>
            <a:endParaRPr lang="en-US" sz="1400" b="1" i="0" u="none" strike="noStrike" cap="none">
              <a:solidFill>
                <a:srgbClr val="FFFFFF"/>
              </a:solidFill>
              <a:latin typeface="Calibri"/>
              <a:ea typeface="Calibri"/>
              <a:cs typeface="Calibri"/>
              <a:sym typeface="Calibri"/>
            </a:endParaRPr>
          </a:p>
        </p:txBody>
      </p:sp>
      <p:pic>
        <p:nvPicPr>
          <p:cNvPr id="12" name="Picture 11" descr="4. Geographic Density of Industry Payments Across the US (2023)"/>
          <p:cNvPicPr>
            <a:picLocks noChangeAspect="1"/>
          </p:cNvPicPr>
          <p:nvPr/>
        </p:nvPicPr>
        <p:blipFill>
          <a:blip r:embed="rId2"/>
          <a:stretch>
            <a:fillRect/>
          </a:stretch>
        </p:blipFill>
        <p:spPr>
          <a:xfrm>
            <a:off x="251460" y="1141730"/>
            <a:ext cx="6364605" cy="3193415"/>
          </a:xfrm>
          <a:prstGeom prst="rect">
            <a:avLst/>
          </a:prstGeom>
        </p:spPr>
      </p:pic>
      <p:sp>
        <p:nvSpPr>
          <p:cNvPr id="15" name="Text Box 14"/>
          <p:cNvSpPr txBox="1"/>
          <p:nvPr/>
        </p:nvSpPr>
        <p:spPr>
          <a:xfrm>
            <a:off x="384810" y="4561840"/>
            <a:ext cx="5080000" cy="2061210"/>
          </a:xfrm>
          <a:prstGeom prst="rect">
            <a:avLst/>
          </a:prstGeom>
        </p:spPr>
        <p:txBody>
          <a:bodyPr>
            <a:spAutoFit/>
          </a:bodyPr>
          <a:p>
            <a:r>
              <a:rPr sz="1600" b="1"/>
              <a:t>Geographic Hotspots</a:t>
            </a:r>
            <a:r>
              <a:rPr sz="1600"/>
              <a:t>:</a:t>
            </a:r>
            <a:endParaRPr sz="1600"/>
          </a:p>
          <a:p>
            <a:pPr marL="285750" indent="-285750">
              <a:buFont typeface="Arial" panose="020B0604020202090204" pitchFamily="34" charset="0"/>
              <a:buChar char="•"/>
            </a:pPr>
            <a:r>
              <a:rPr sz="1600" b="1"/>
              <a:t>State-Level Intensity</a:t>
            </a:r>
            <a:r>
              <a:rPr sz="1600"/>
              <a:t>: Industry funding is not distributed by population; it clusters in the Northeast and Mid-Atlantic regions.</a:t>
            </a:r>
            <a:endParaRPr sz="1600"/>
          </a:p>
          <a:p>
            <a:pPr marL="285750" indent="-285750">
              <a:buFont typeface="Arial" panose="020B0604020202090204" pitchFamily="34" charset="0"/>
              <a:buChar char="•"/>
            </a:pPr>
            <a:r>
              <a:rPr sz="1600" b="1"/>
              <a:t>Outliers</a:t>
            </a:r>
            <a:r>
              <a:rPr sz="1600"/>
              <a:t>: </a:t>
            </a:r>
            <a:r>
              <a:rPr sz="1600" b="1"/>
              <a:t>Pennsylvania (PA)</a:t>
            </a:r>
            <a:r>
              <a:rPr sz="1600"/>
              <a:t> and </a:t>
            </a:r>
            <a:r>
              <a:rPr sz="1600" b="1"/>
              <a:t>Massachusetts (MA)</a:t>
            </a:r>
            <a:r>
              <a:rPr sz="1600"/>
              <a:t> exhibit the highest "Payment Intensity," driven by elite research institutions and high-value patent royalties.</a:t>
            </a:r>
            <a:endParaRPr sz="1600"/>
          </a:p>
        </p:txBody>
      </p:sp>
      <p:pic>
        <p:nvPicPr>
          <p:cNvPr id="16" name="Picture 15" descr="3. Correlation- State Household Wealth vs. Healthcare Industry Payments"/>
          <p:cNvPicPr>
            <a:picLocks noChangeAspect="1"/>
          </p:cNvPicPr>
          <p:nvPr>
            <p:custDataLst>
              <p:tags r:id="rId3"/>
            </p:custDataLst>
          </p:nvPr>
        </p:nvPicPr>
        <p:blipFill>
          <a:blip r:embed="rId4"/>
          <a:stretch>
            <a:fillRect/>
          </a:stretch>
        </p:blipFill>
        <p:spPr>
          <a:xfrm>
            <a:off x="6767830" y="1141730"/>
            <a:ext cx="4790440" cy="3420110"/>
          </a:xfrm>
          <a:prstGeom prst="rect">
            <a:avLst/>
          </a:prstGeom>
        </p:spPr>
      </p:pic>
      <p:sp>
        <p:nvSpPr>
          <p:cNvPr id="18" name="Text Box 17"/>
          <p:cNvSpPr txBox="1"/>
          <p:nvPr>
            <p:custDataLst>
              <p:tags r:id="rId5"/>
            </p:custDataLst>
          </p:nvPr>
        </p:nvSpPr>
        <p:spPr>
          <a:xfrm>
            <a:off x="6616065" y="4561840"/>
            <a:ext cx="5080000" cy="1814830"/>
          </a:xfrm>
          <a:prstGeom prst="rect">
            <a:avLst/>
          </a:prstGeom>
        </p:spPr>
        <p:txBody>
          <a:bodyPr>
            <a:spAutoFit/>
          </a:bodyPr>
          <a:p>
            <a:r>
              <a:rPr sz="1600" b="1"/>
              <a:t>The Wealth Correlation</a:t>
            </a:r>
            <a:r>
              <a:rPr sz="1600"/>
              <a:t>:</a:t>
            </a:r>
            <a:endParaRPr sz="1600"/>
          </a:p>
          <a:p>
            <a:pPr marL="285750" indent="-285750">
              <a:buFont typeface="Arial" panose="020B0604020202090204" pitchFamily="34" charset="0"/>
              <a:buChar char="•"/>
            </a:pPr>
            <a:r>
              <a:rPr sz="1600" b="1"/>
              <a:t>Market-Driven Logic</a:t>
            </a:r>
            <a:r>
              <a:rPr sz="1600"/>
              <a:t>: A significant positive correlation exists between </a:t>
            </a:r>
            <a:r>
              <a:rPr sz="1600" b="1"/>
              <a:t>Median Household Income</a:t>
            </a:r>
            <a:r>
              <a:rPr sz="1600"/>
              <a:t> and </a:t>
            </a:r>
            <a:r>
              <a:rPr sz="1600" b="1"/>
              <a:t>Payment per Household</a:t>
            </a:r>
            <a:r>
              <a:rPr sz="1600"/>
              <a:t>.</a:t>
            </a:r>
            <a:endParaRPr sz="1600"/>
          </a:p>
          <a:p>
            <a:pPr marL="285750" indent="-285750">
              <a:buFont typeface="Arial" panose="020B0604020202090204" pitchFamily="34" charset="0"/>
              <a:buChar char="•"/>
            </a:pPr>
            <a:r>
              <a:rPr sz="1600" b="1"/>
              <a:t>Finding</a:t>
            </a:r>
            <a:r>
              <a:rPr sz="1600"/>
              <a:t>: Industry capital systematically gravitates toward affluent states with higher purchasing power and advanced medical infrastructure.</a:t>
            </a:r>
            <a:endParaRPr sz="160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23292" y="290279"/>
            <a:ext cx="4047050" cy="337185"/>
            <a:chOff x="223292" y="290279"/>
            <a:chExt cx="4047050" cy="337185"/>
          </a:xfrm>
        </p:grpSpPr>
        <p:grpSp>
          <p:nvGrpSpPr>
            <p:cNvPr id="3" name="Group 2"/>
            <p:cNvGrpSpPr/>
            <p:nvPr/>
          </p:nvGrpSpPr>
          <p:grpSpPr>
            <a:xfrm>
              <a:off x="223292" y="292200"/>
              <a:ext cx="3655314" cy="0"/>
              <a:chOff x="6707124" y="561442"/>
              <a:chExt cx="4873752" cy="0"/>
            </a:xfrm>
            <a:noFill/>
          </p:grpSpPr>
          <p:cxnSp>
            <p:nvCxnSpPr>
              <p:cNvPr id="6" name="Straight Connector 5"/>
              <p:cNvCxnSpPr/>
              <p:nvPr userDrawn="1"/>
            </p:nvCxnSpPr>
            <p:spPr>
              <a:xfrm>
                <a:off x="6707124" y="561442"/>
                <a:ext cx="4873752" cy="0"/>
              </a:xfrm>
              <a:prstGeom prst="line">
                <a:avLst/>
              </a:prstGeom>
              <a:grpFill/>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6707124" y="561442"/>
                <a:ext cx="988466" cy="0"/>
              </a:xfrm>
              <a:prstGeom prst="line">
                <a:avLst/>
              </a:prstGeom>
              <a:grpFill/>
              <a:ln w="539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4" name="TextBox 3"/>
            <p:cNvSpPr txBox="1"/>
            <p:nvPr/>
          </p:nvSpPr>
          <p:spPr>
            <a:xfrm>
              <a:off x="387660" y="290279"/>
              <a:ext cx="408940" cy="337185"/>
            </a:xfrm>
            <a:prstGeom prst="rect">
              <a:avLst/>
            </a:prstGeom>
            <a:noFill/>
            <a:ln>
              <a:noFill/>
            </a:ln>
          </p:spPr>
          <p:txBody>
            <a:bodyPr wrap="none" rtlCol="0" anchor="b">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a:ln>
                    <a:noFill/>
                  </a:ln>
                  <a:solidFill>
                    <a:srgbClr val="FF9E16"/>
                  </a:solidFill>
                  <a:effectLst/>
                  <a:uLnTx/>
                  <a:uFillTx/>
                  <a:latin typeface="Calibri" panose="020F0502020204030204" pitchFamily="34" charset="0"/>
                  <a:cs typeface="Calibri" panose="020F0502020204030204" pitchFamily="34" charset="0"/>
                  <a:sym typeface="Arial" panose="020B0604020202090204"/>
                </a:rPr>
                <a:t>04</a:t>
              </a:r>
              <a:endParaRPr kumimoji="0" lang="en-US" sz="1600" b="0" i="0" u="none" strike="noStrike" kern="1200" cap="none" spc="0" normalizeH="0" baseline="0" noProof="0" dirty="0">
                <a:ln>
                  <a:noFill/>
                </a:ln>
                <a:solidFill>
                  <a:srgbClr val="FF9E16"/>
                </a:solidFill>
                <a:effectLst/>
                <a:uLnTx/>
                <a:uFillTx/>
                <a:latin typeface="Calibri" panose="020F0502020204030204" pitchFamily="34" charset="0"/>
                <a:cs typeface="Calibri" panose="020F0502020204030204" pitchFamily="34" charset="0"/>
                <a:sym typeface="Arial" panose="020B0604020202090204"/>
              </a:endParaRPr>
            </a:p>
          </p:txBody>
        </p:sp>
        <p:sp>
          <p:nvSpPr>
            <p:cNvPr id="5" name="Rectangle: Rounded Corners 35"/>
            <p:cNvSpPr/>
            <p:nvPr/>
          </p:nvSpPr>
          <p:spPr>
            <a:xfrm>
              <a:off x="964641" y="329123"/>
              <a:ext cx="3305701" cy="259924"/>
            </a:xfrm>
            <a:prstGeom prst="roundRect">
              <a:avLst>
                <a:gd name="adj" fmla="val 9439"/>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000" b="0" i="0" u="none" strike="noStrike" kern="0" cap="none" normalizeH="0" baseline="0" noProof="0" dirty="0">
                  <a:ln>
                    <a:noFill/>
                  </a:ln>
                  <a:solidFill>
                    <a:srgbClr val="646569">
                      <a:lumMod val="50000"/>
                    </a:srgbClr>
                  </a:solidFill>
                  <a:effectLst/>
                  <a:uLnTx/>
                  <a:uFillTx/>
                  <a:latin typeface="Calibri" panose="020F0502020204030204" pitchFamily="34" charset="0"/>
                  <a:cs typeface="Calibri" panose="020F0502020204030204" pitchFamily="34" charset="0"/>
                  <a:sym typeface="Arial" panose="020B0604020202090204"/>
                </a:rPr>
                <a:t>Result 4 - The Monopoly of Influence</a:t>
              </a:r>
              <a:endParaRPr kumimoji="0" lang="en-US" sz="1000" b="0" i="0" u="none" strike="noStrike" kern="0" cap="none" normalizeH="0" baseline="0" noProof="0" dirty="0">
                <a:ln>
                  <a:noFill/>
                </a:ln>
                <a:solidFill>
                  <a:srgbClr val="646569">
                    <a:lumMod val="50000"/>
                  </a:srgbClr>
                </a:solidFill>
                <a:effectLst/>
                <a:uLnTx/>
                <a:uFillTx/>
                <a:latin typeface="Calibri" panose="020F0502020204030204" pitchFamily="34" charset="0"/>
                <a:cs typeface="Calibri" panose="020F0502020204030204" pitchFamily="34" charset="0"/>
                <a:sym typeface="Arial" panose="020B0604020202090204"/>
              </a:endParaRPr>
            </a:p>
          </p:txBody>
        </p:sp>
      </p:grpSp>
      <p:sp>
        <p:nvSpPr>
          <p:cNvPr id="49" name="Google Shape;757;p4"/>
          <p:cNvSpPr/>
          <p:nvPr/>
        </p:nvSpPr>
        <p:spPr>
          <a:xfrm>
            <a:off x="136490" y="675279"/>
            <a:ext cx="11857355" cy="0"/>
          </a:xfrm>
          <a:custGeom>
            <a:avLst/>
            <a:gdLst/>
            <a:ahLst/>
            <a:cxnLst/>
            <a:rect l="l" t="t" r="r" b="b"/>
            <a:pathLst>
              <a:path w="11857355" h="120000" extrusionOk="0">
                <a:moveTo>
                  <a:pt x="0" y="0"/>
                </a:moveTo>
                <a:lnTo>
                  <a:pt x="11856974" y="0"/>
                </a:lnTo>
              </a:path>
            </a:pathLst>
          </a:custGeom>
          <a:noFill/>
          <a:ln w="19800"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pitchFamily="34" charset="0"/>
              <a:ea typeface="Arial" panose="020B0604020202090204"/>
              <a:cs typeface="Calibri" panose="020F0502020204030204" pitchFamily="34" charset="0"/>
              <a:sym typeface="Arial" panose="020B0604020202090204"/>
            </a:endParaRPr>
          </a:p>
        </p:txBody>
      </p:sp>
      <p:sp>
        <p:nvSpPr>
          <p:cNvPr id="2724" name="Google Shape;2724;p101"/>
          <p:cNvSpPr/>
          <p:nvPr>
            <p:custDataLst>
              <p:tags r:id="rId1"/>
            </p:custDataLst>
          </p:nvPr>
        </p:nvSpPr>
        <p:spPr>
          <a:xfrm>
            <a:off x="251231" y="832556"/>
            <a:ext cx="5213398" cy="309200"/>
          </a:xfrm>
          <a:prstGeom prst="rect">
            <a:avLst/>
          </a:prstGeom>
        </p:spPr>
        <p:style>
          <a:lnRef idx="0">
            <a:srgbClr val="FFFFFF"/>
          </a:lnRef>
          <a:fillRef idx="1">
            <a:schemeClr val="accent1"/>
          </a:fillRef>
          <a:effectRef idx="0">
            <a:srgbClr val="FFFFFF"/>
          </a:effectRef>
          <a:fontRef idx="minor">
            <a:schemeClr val="lt1"/>
          </a:fontRef>
        </p:style>
        <p:txBody>
          <a:bodyPr spcFirstLastPara="1" wrap="square" lIns="91425" tIns="45700" rIns="91425" bIns="45700" anchor="ctr" anchorCtr="0">
            <a:noAutofit/>
          </a:bodyPr>
          <a:p>
            <a:pPr marL="0" marR="0" lvl="0" indent="0" algn="ctr" rtl="0">
              <a:lnSpc>
                <a:spcPct val="100000"/>
              </a:lnSpc>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Extreme Concentration: The 1% Rule</a:t>
            </a:r>
            <a:endParaRPr lang="en-US" sz="1400" b="1" i="0" u="none" strike="noStrike" cap="none">
              <a:solidFill>
                <a:srgbClr val="FFFFFF"/>
              </a:solidFill>
              <a:latin typeface="Calibri"/>
              <a:ea typeface="Calibri"/>
              <a:cs typeface="Calibri"/>
              <a:sym typeface="Calibri"/>
            </a:endParaRPr>
          </a:p>
        </p:txBody>
      </p:sp>
      <p:sp>
        <p:nvSpPr>
          <p:cNvPr id="10" name="Text Box 9"/>
          <p:cNvSpPr txBox="1"/>
          <p:nvPr/>
        </p:nvSpPr>
        <p:spPr>
          <a:xfrm>
            <a:off x="8448675" y="1536700"/>
            <a:ext cx="3545205" cy="4769485"/>
          </a:xfrm>
          <a:prstGeom prst="rect">
            <a:avLst/>
          </a:prstGeom>
        </p:spPr>
        <p:txBody>
          <a:bodyPr wrap="square">
            <a:spAutoFit/>
          </a:bodyPr>
          <a:p>
            <a:pPr marL="285750" indent="-285750">
              <a:buFont typeface="Arial" panose="020B0604020202090204" pitchFamily="34" charset="0"/>
              <a:buChar char="•"/>
            </a:pPr>
            <a:r>
              <a:rPr sz="1600" b="1"/>
              <a:t>The Pareto Distribution</a:t>
            </a:r>
            <a:r>
              <a:rPr sz="1600"/>
              <a:t>: The </a:t>
            </a:r>
            <a:r>
              <a:rPr sz="1600" b="1"/>
              <a:t>top 1% of recipients</a:t>
            </a:r>
            <a:r>
              <a:rPr sz="1600"/>
              <a:t> capture approximately </a:t>
            </a:r>
            <a:r>
              <a:rPr sz="1600" b="1"/>
              <a:t>66.0% of all industry funds</a:t>
            </a:r>
            <a:r>
              <a:rPr sz="1600"/>
              <a:t>.</a:t>
            </a:r>
            <a:endParaRPr sz="1600"/>
          </a:p>
          <a:p>
            <a:pPr marL="285750" indent="-285750">
              <a:buFont typeface="Arial" panose="020B0604020202090204" pitchFamily="34" charset="0"/>
              <a:buChar char="•"/>
            </a:pPr>
            <a:r>
              <a:rPr sz="1600" b="1"/>
              <a:t>Financial Oligarchy</a:t>
            </a:r>
            <a:r>
              <a:rPr sz="1600"/>
              <a:t>: A minute fraction of medical professionals, often those in "Key Opinion Leadership" (KOL) roles, wield disproportionate economic power.</a:t>
            </a:r>
            <a:endParaRPr sz="1600"/>
          </a:p>
          <a:p>
            <a:pPr marL="285750" indent="-285750">
              <a:buFont typeface="Arial" panose="020B0604020202090204" pitchFamily="34" charset="0"/>
              <a:buChar char="•"/>
            </a:pPr>
            <a:r>
              <a:rPr sz="1600" b="1"/>
              <a:t>Winner-Take-All System</a:t>
            </a:r>
            <a:r>
              <a:rPr sz="1600"/>
              <a:t>: While most physicians have high-frequency, low-value interactions (e.g., meals), the elite 1% see millions in individual payments.</a:t>
            </a:r>
            <a:endParaRPr sz="1600"/>
          </a:p>
          <a:p>
            <a:pPr marL="285750" indent="-285750">
              <a:buFont typeface="Arial" panose="020B0604020202090204" pitchFamily="34" charset="0"/>
              <a:buChar char="•"/>
            </a:pPr>
            <a:r>
              <a:rPr sz="1600" b="1"/>
              <a:t>Policy Imperative</a:t>
            </a:r>
            <a:r>
              <a:rPr sz="1600"/>
              <a:t>: Conflict-of-interest auditing should be prioritized for this top 1% who control over two-thirds of the total funding.</a:t>
            </a:r>
            <a:endParaRPr sz="1600"/>
          </a:p>
        </p:txBody>
      </p:sp>
      <p:pic>
        <p:nvPicPr>
          <p:cNvPr id="12" name="Picture 11" descr="5. Extreme Concentration- Top 1% Recipients capture approx. 66.0% of Total Funds"/>
          <p:cNvPicPr>
            <a:picLocks noChangeAspect="1"/>
          </p:cNvPicPr>
          <p:nvPr/>
        </p:nvPicPr>
        <p:blipFill>
          <a:blip r:embed="rId2"/>
          <a:stretch>
            <a:fillRect/>
          </a:stretch>
        </p:blipFill>
        <p:spPr>
          <a:xfrm>
            <a:off x="251460" y="1141730"/>
            <a:ext cx="7345680" cy="5164455"/>
          </a:xfrm>
          <a:prstGeom prst="rect">
            <a:avLst/>
          </a:prstGeom>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23292" y="290279"/>
            <a:ext cx="4047050" cy="337185"/>
            <a:chOff x="223292" y="290279"/>
            <a:chExt cx="4047050" cy="337185"/>
          </a:xfrm>
        </p:grpSpPr>
        <p:grpSp>
          <p:nvGrpSpPr>
            <p:cNvPr id="3" name="Group 2"/>
            <p:cNvGrpSpPr/>
            <p:nvPr/>
          </p:nvGrpSpPr>
          <p:grpSpPr>
            <a:xfrm>
              <a:off x="223292" y="292200"/>
              <a:ext cx="3655314" cy="0"/>
              <a:chOff x="6707124" y="561442"/>
              <a:chExt cx="4873752" cy="0"/>
            </a:xfrm>
            <a:noFill/>
          </p:grpSpPr>
          <p:cxnSp>
            <p:nvCxnSpPr>
              <p:cNvPr id="6" name="Straight Connector 5"/>
              <p:cNvCxnSpPr/>
              <p:nvPr userDrawn="1"/>
            </p:nvCxnSpPr>
            <p:spPr>
              <a:xfrm>
                <a:off x="6707124" y="561442"/>
                <a:ext cx="4873752" cy="0"/>
              </a:xfrm>
              <a:prstGeom prst="line">
                <a:avLst/>
              </a:prstGeom>
              <a:grpFill/>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6707124" y="561442"/>
                <a:ext cx="988466" cy="0"/>
              </a:xfrm>
              <a:prstGeom prst="line">
                <a:avLst/>
              </a:prstGeom>
              <a:grpFill/>
              <a:ln w="539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4" name="TextBox 3"/>
            <p:cNvSpPr txBox="1"/>
            <p:nvPr/>
          </p:nvSpPr>
          <p:spPr>
            <a:xfrm>
              <a:off x="387660" y="290279"/>
              <a:ext cx="408940" cy="337185"/>
            </a:xfrm>
            <a:prstGeom prst="rect">
              <a:avLst/>
            </a:prstGeom>
            <a:noFill/>
            <a:ln>
              <a:noFill/>
            </a:ln>
          </p:spPr>
          <p:txBody>
            <a:bodyPr wrap="none" rtlCol="0" anchor="b">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a:ln>
                    <a:noFill/>
                  </a:ln>
                  <a:solidFill>
                    <a:srgbClr val="FF9E16"/>
                  </a:solidFill>
                  <a:effectLst/>
                  <a:uLnTx/>
                  <a:uFillTx/>
                  <a:latin typeface="Calibri" panose="020F0502020204030204" pitchFamily="34" charset="0"/>
                  <a:cs typeface="Calibri" panose="020F0502020204030204" pitchFamily="34" charset="0"/>
                  <a:sym typeface="Arial" panose="020B0604020202090204"/>
                </a:rPr>
                <a:t>04</a:t>
              </a:r>
              <a:endParaRPr kumimoji="0" lang="en-US" sz="1600" b="0" i="0" u="none" strike="noStrike" kern="1200" cap="none" spc="0" normalizeH="0" baseline="0" noProof="0" dirty="0">
                <a:ln>
                  <a:noFill/>
                </a:ln>
                <a:solidFill>
                  <a:srgbClr val="FF9E16"/>
                </a:solidFill>
                <a:effectLst/>
                <a:uLnTx/>
                <a:uFillTx/>
                <a:latin typeface="Calibri" panose="020F0502020204030204" pitchFamily="34" charset="0"/>
                <a:cs typeface="Calibri" panose="020F0502020204030204" pitchFamily="34" charset="0"/>
                <a:sym typeface="Arial" panose="020B0604020202090204"/>
              </a:endParaRPr>
            </a:p>
          </p:txBody>
        </p:sp>
        <p:sp>
          <p:nvSpPr>
            <p:cNvPr id="5" name="Rectangle: Rounded Corners 35"/>
            <p:cNvSpPr/>
            <p:nvPr/>
          </p:nvSpPr>
          <p:spPr>
            <a:xfrm>
              <a:off x="964641" y="329123"/>
              <a:ext cx="3305701" cy="259456"/>
            </a:xfrm>
            <a:prstGeom prst="roundRect">
              <a:avLst>
                <a:gd name="adj" fmla="val 9439"/>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000" b="0" i="0" u="none" strike="noStrike" kern="0" cap="none" normalizeH="0" baseline="0" noProof="0" dirty="0">
                  <a:ln>
                    <a:noFill/>
                  </a:ln>
                  <a:solidFill>
                    <a:srgbClr val="646569">
                      <a:lumMod val="50000"/>
                    </a:srgbClr>
                  </a:solidFill>
                  <a:effectLst/>
                  <a:uLnTx/>
                  <a:uFillTx/>
                  <a:latin typeface="Calibri" panose="020F0502020204030204" pitchFamily="34" charset="0"/>
                  <a:cs typeface="Calibri" panose="020F0502020204030204" pitchFamily="34" charset="0"/>
                  <a:sym typeface="Arial" panose="020B0604020202090204"/>
                </a:rPr>
                <a:t>Interactive Policy Dashboard</a:t>
              </a:r>
              <a:endParaRPr kumimoji="0" lang="en-US" sz="1000" b="0" i="0" u="none" strike="noStrike" kern="0" cap="none" normalizeH="0" baseline="0" noProof="0" dirty="0">
                <a:ln>
                  <a:noFill/>
                </a:ln>
                <a:solidFill>
                  <a:srgbClr val="646569">
                    <a:lumMod val="50000"/>
                  </a:srgbClr>
                </a:solidFill>
                <a:effectLst/>
                <a:uLnTx/>
                <a:uFillTx/>
                <a:latin typeface="Calibri" panose="020F0502020204030204" pitchFamily="34" charset="0"/>
                <a:cs typeface="Calibri" panose="020F0502020204030204" pitchFamily="34" charset="0"/>
                <a:sym typeface="Arial" panose="020B0604020202090204"/>
              </a:endParaRPr>
            </a:p>
          </p:txBody>
        </p:sp>
      </p:grpSp>
      <p:sp>
        <p:nvSpPr>
          <p:cNvPr id="49" name="Google Shape;757;p4"/>
          <p:cNvSpPr/>
          <p:nvPr/>
        </p:nvSpPr>
        <p:spPr>
          <a:xfrm>
            <a:off x="136490" y="675279"/>
            <a:ext cx="11857355" cy="0"/>
          </a:xfrm>
          <a:custGeom>
            <a:avLst/>
            <a:gdLst/>
            <a:ahLst/>
            <a:cxnLst/>
            <a:rect l="l" t="t" r="r" b="b"/>
            <a:pathLst>
              <a:path w="11857355" h="120000" extrusionOk="0">
                <a:moveTo>
                  <a:pt x="0" y="0"/>
                </a:moveTo>
                <a:lnTo>
                  <a:pt x="11856974" y="0"/>
                </a:lnTo>
              </a:path>
            </a:pathLst>
          </a:custGeom>
          <a:noFill/>
          <a:ln w="19800"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pitchFamily="34" charset="0"/>
              <a:ea typeface="Arial" panose="020B0604020202090204"/>
              <a:cs typeface="Calibri" panose="020F0502020204030204" pitchFamily="34" charset="0"/>
              <a:sym typeface="Arial" panose="020B0604020202090204"/>
            </a:endParaRPr>
          </a:p>
        </p:txBody>
      </p:sp>
      <p:sp>
        <p:nvSpPr>
          <p:cNvPr id="2724" name="Google Shape;2724;p101"/>
          <p:cNvSpPr/>
          <p:nvPr>
            <p:custDataLst>
              <p:tags r:id="rId1"/>
            </p:custDataLst>
          </p:nvPr>
        </p:nvSpPr>
        <p:spPr>
          <a:xfrm>
            <a:off x="251231" y="832556"/>
            <a:ext cx="5213398" cy="309200"/>
          </a:xfrm>
          <a:prstGeom prst="rect">
            <a:avLst/>
          </a:prstGeom>
        </p:spPr>
        <p:style>
          <a:lnRef idx="0">
            <a:srgbClr val="FFFFFF"/>
          </a:lnRef>
          <a:fillRef idx="1">
            <a:schemeClr val="accent1"/>
          </a:fillRef>
          <a:effectRef idx="0">
            <a:srgbClr val="FFFFFF"/>
          </a:effectRef>
          <a:fontRef idx="minor">
            <a:schemeClr val="lt1"/>
          </a:fontRef>
        </p:style>
        <p:txBody>
          <a:bodyPr spcFirstLastPara="1" wrap="square" lIns="91425" tIns="45700" rIns="91425" bIns="45700" anchor="ctr" anchorCtr="0">
            <a:noAutofit/>
          </a:bodyPr>
          <a:p>
            <a:pPr marL="0" marR="0" lvl="0" indent="0" algn="ctr" rtl="0">
              <a:lnSpc>
                <a:spcPct val="100000"/>
              </a:lnSpc>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Interactive Simulation: Stress-Testing Industry Influence</a:t>
            </a:r>
            <a:endParaRPr lang="en-US" sz="1400" b="1" i="0" u="none" strike="noStrike" cap="none">
              <a:solidFill>
                <a:srgbClr val="FFFFFF"/>
              </a:solidFill>
              <a:latin typeface="Calibri"/>
              <a:ea typeface="Calibri"/>
              <a:cs typeface="Calibri"/>
              <a:sym typeface="Calibri"/>
            </a:endParaRPr>
          </a:p>
        </p:txBody>
      </p:sp>
      <p:grpSp>
        <p:nvGrpSpPr>
          <p:cNvPr id="16" name="Group 15"/>
          <p:cNvGrpSpPr/>
          <p:nvPr/>
        </p:nvGrpSpPr>
        <p:grpSpPr>
          <a:xfrm>
            <a:off x="251460" y="1123950"/>
            <a:ext cx="11393170" cy="4598670"/>
            <a:chOff x="396" y="1770"/>
            <a:chExt cx="20407" cy="7804"/>
          </a:xfrm>
        </p:grpSpPr>
        <p:pic>
          <p:nvPicPr>
            <p:cNvPr id="9" name="Picture 8"/>
            <p:cNvPicPr>
              <a:picLocks noChangeAspect="1"/>
            </p:cNvPicPr>
            <p:nvPr>
              <p:custDataLst>
                <p:tags r:id="rId2"/>
              </p:custDataLst>
            </p:nvPr>
          </p:nvPicPr>
          <p:blipFill>
            <a:blip r:embed="rId3"/>
            <a:stretch>
              <a:fillRect/>
            </a:stretch>
          </p:blipFill>
          <p:spPr>
            <a:xfrm>
              <a:off x="396" y="1798"/>
              <a:ext cx="3307" cy="7776"/>
            </a:xfrm>
            <a:prstGeom prst="rect">
              <a:avLst/>
            </a:prstGeom>
          </p:spPr>
        </p:pic>
        <p:pic>
          <p:nvPicPr>
            <p:cNvPr id="13" name="Picture 12"/>
            <p:cNvPicPr>
              <a:picLocks noChangeAspect="1"/>
            </p:cNvPicPr>
            <p:nvPr>
              <p:custDataLst>
                <p:tags r:id="rId4"/>
              </p:custDataLst>
            </p:nvPr>
          </p:nvPicPr>
          <p:blipFill>
            <a:blip r:embed="rId5"/>
            <a:stretch>
              <a:fillRect/>
            </a:stretch>
          </p:blipFill>
          <p:spPr>
            <a:xfrm>
              <a:off x="3703" y="1770"/>
              <a:ext cx="6002" cy="7776"/>
            </a:xfrm>
            <a:prstGeom prst="rect">
              <a:avLst/>
            </a:prstGeom>
          </p:spPr>
        </p:pic>
        <p:pic>
          <p:nvPicPr>
            <p:cNvPr id="14" name="Picture 13"/>
            <p:cNvPicPr>
              <a:picLocks noChangeAspect="1"/>
            </p:cNvPicPr>
            <p:nvPr>
              <p:custDataLst>
                <p:tags r:id="rId6"/>
              </p:custDataLst>
            </p:nvPr>
          </p:nvPicPr>
          <p:blipFill>
            <a:blip r:embed="rId7"/>
            <a:stretch>
              <a:fillRect/>
            </a:stretch>
          </p:blipFill>
          <p:spPr>
            <a:xfrm>
              <a:off x="9630" y="1798"/>
              <a:ext cx="5563" cy="7776"/>
            </a:xfrm>
            <a:prstGeom prst="rect">
              <a:avLst/>
            </a:prstGeom>
          </p:spPr>
        </p:pic>
        <p:pic>
          <p:nvPicPr>
            <p:cNvPr id="15" name="Picture 14"/>
            <p:cNvPicPr>
              <a:picLocks noChangeAspect="1"/>
            </p:cNvPicPr>
            <p:nvPr>
              <p:custDataLst>
                <p:tags r:id="rId8"/>
              </p:custDataLst>
            </p:nvPr>
          </p:nvPicPr>
          <p:blipFill>
            <a:blip r:embed="rId9"/>
            <a:stretch>
              <a:fillRect/>
            </a:stretch>
          </p:blipFill>
          <p:spPr>
            <a:xfrm>
              <a:off x="15193" y="1798"/>
              <a:ext cx="5610" cy="7777"/>
            </a:xfrm>
            <a:prstGeom prst="rect">
              <a:avLst/>
            </a:prstGeom>
          </p:spPr>
        </p:pic>
      </p:grpSp>
      <p:sp>
        <p:nvSpPr>
          <p:cNvPr id="17" name="Text Box 16"/>
          <p:cNvSpPr txBox="1"/>
          <p:nvPr/>
        </p:nvSpPr>
        <p:spPr>
          <a:xfrm>
            <a:off x="251460" y="5828030"/>
            <a:ext cx="9671050" cy="829945"/>
          </a:xfrm>
          <a:prstGeom prst="rect">
            <a:avLst/>
          </a:prstGeom>
        </p:spPr>
        <p:txBody>
          <a:bodyPr wrap="square">
            <a:spAutoFit/>
          </a:bodyPr>
          <a:p>
            <a:pPr marL="285750" indent="-285750">
              <a:buFont typeface="Arial" panose="020B0604020202090204" pitchFamily="34" charset="0"/>
              <a:buChar char="•"/>
            </a:pPr>
            <a:r>
              <a:rPr sz="1600" b="1"/>
              <a:t>State &amp; Income Percentile Sliders</a:t>
            </a:r>
            <a:r>
              <a:rPr sz="1600"/>
              <a:t>: Allows users to filter for specific economic environments to test the "Wealth Alignment" theory.</a:t>
            </a:r>
            <a:endParaRPr sz="1600"/>
          </a:p>
          <a:p>
            <a:pPr marL="285750" indent="-285750">
              <a:buFont typeface="Arial" panose="020B0604020202090204" pitchFamily="34" charset="0"/>
              <a:buChar char="•"/>
            </a:pPr>
            <a:r>
              <a:rPr sz="1600" b="1"/>
              <a:t>Specialty Selector</a:t>
            </a:r>
            <a:r>
              <a:rPr sz="1600"/>
              <a:t>: Isolates high-stakes surgical fields versus routine primary care marketing.</a:t>
            </a:r>
            <a:endParaRPr sz="160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23292" y="290279"/>
            <a:ext cx="4047050" cy="337185"/>
            <a:chOff x="223292" y="290279"/>
            <a:chExt cx="4047050" cy="337185"/>
          </a:xfrm>
        </p:grpSpPr>
        <p:grpSp>
          <p:nvGrpSpPr>
            <p:cNvPr id="3" name="Group 2"/>
            <p:cNvGrpSpPr/>
            <p:nvPr/>
          </p:nvGrpSpPr>
          <p:grpSpPr>
            <a:xfrm>
              <a:off x="223292" y="292200"/>
              <a:ext cx="3655314" cy="0"/>
              <a:chOff x="6707124" y="561442"/>
              <a:chExt cx="4873752" cy="0"/>
            </a:xfrm>
            <a:noFill/>
          </p:grpSpPr>
          <p:cxnSp>
            <p:nvCxnSpPr>
              <p:cNvPr id="6" name="Straight Connector 5"/>
              <p:cNvCxnSpPr/>
              <p:nvPr userDrawn="1"/>
            </p:nvCxnSpPr>
            <p:spPr>
              <a:xfrm>
                <a:off x="6707124" y="561442"/>
                <a:ext cx="4873752" cy="0"/>
              </a:xfrm>
              <a:prstGeom prst="line">
                <a:avLst/>
              </a:prstGeom>
              <a:grpFill/>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6707124" y="561442"/>
                <a:ext cx="988466" cy="0"/>
              </a:xfrm>
              <a:prstGeom prst="line">
                <a:avLst/>
              </a:prstGeom>
              <a:grpFill/>
              <a:ln w="539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4" name="TextBox 3"/>
            <p:cNvSpPr txBox="1"/>
            <p:nvPr/>
          </p:nvSpPr>
          <p:spPr>
            <a:xfrm>
              <a:off x="387660" y="290279"/>
              <a:ext cx="408940" cy="337185"/>
            </a:xfrm>
            <a:prstGeom prst="rect">
              <a:avLst/>
            </a:prstGeom>
            <a:noFill/>
            <a:ln>
              <a:noFill/>
            </a:ln>
          </p:spPr>
          <p:txBody>
            <a:bodyPr wrap="none" rtlCol="0" anchor="b">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a:ln>
                    <a:noFill/>
                  </a:ln>
                  <a:solidFill>
                    <a:srgbClr val="FF9E16"/>
                  </a:solidFill>
                  <a:effectLst/>
                  <a:uLnTx/>
                  <a:uFillTx/>
                  <a:latin typeface="Calibri" panose="020F0502020204030204" pitchFamily="34" charset="0"/>
                  <a:cs typeface="Calibri" panose="020F0502020204030204" pitchFamily="34" charset="0"/>
                  <a:sym typeface="Arial" panose="020B0604020202090204"/>
                </a:rPr>
                <a:t>05</a:t>
              </a:r>
              <a:endParaRPr kumimoji="0" lang="en-US" sz="1600" b="0" i="0" u="none" strike="noStrike" kern="1200" cap="none" spc="0" normalizeH="0" baseline="0" noProof="0" dirty="0">
                <a:ln>
                  <a:noFill/>
                </a:ln>
                <a:solidFill>
                  <a:srgbClr val="FF9E16"/>
                </a:solidFill>
                <a:effectLst/>
                <a:uLnTx/>
                <a:uFillTx/>
                <a:latin typeface="Calibri" panose="020F0502020204030204" pitchFamily="34" charset="0"/>
                <a:cs typeface="Calibri" panose="020F0502020204030204" pitchFamily="34" charset="0"/>
                <a:sym typeface="Arial" panose="020B0604020202090204"/>
              </a:endParaRPr>
            </a:p>
          </p:txBody>
        </p:sp>
        <p:sp>
          <p:nvSpPr>
            <p:cNvPr id="5" name="Rectangle: Rounded Corners 35"/>
            <p:cNvSpPr/>
            <p:nvPr/>
          </p:nvSpPr>
          <p:spPr>
            <a:xfrm>
              <a:off x="964641" y="329123"/>
              <a:ext cx="3305701" cy="259454"/>
            </a:xfrm>
            <a:prstGeom prst="roundRect">
              <a:avLst>
                <a:gd name="adj" fmla="val 9439"/>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000" b="0" i="0" u="none" strike="noStrike" kern="0" cap="none" normalizeH="0" baseline="0" noProof="0" dirty="0">
                  <a:ln>
                    <a:noFill/>
                  </a:ln>
                  <a:solidFill>
                    <a:srgbClr val="646569">
                      <a:lumMod val="50000"/>
                    </a:srgbClr>
                  </a:solidFill>
                  <a:effectLst/>
                  <a:uLnTx/>
                  <a:uFillTx/>
                  <a:latin typeface="Calibri" panose="020F0502020204030204" pitchFamily="34" charset="0"/>
                  <a:cs typeface="Calibri" panose="020F0502020204030204" pitchFamily="34" charset="0"/>
                  <a:sym typeface="Arial" panose="020B0604020202090204"/>
                </a:rPr>
                <a:t>Policy Recommendations</a:t>
              </a:r>
              <a:endParaRPr kumimoji="0" lang="en-US" sz="1000" b="0" i="0" u="none" strike="noStrike" kern="0" cap="none" normalizeH="0" baseline="0" noProof="0" dirty="0">
                <a:ln>
                  <a:noFill/>
                </a:ln>
                <a:solidFill>
                  <a:srgbClr val="646569">
                    <a:lumMod val="50000"/>
                  </a:srgbClr>
                </a:solidFill>
                <a:effectLst/>
                <a:uLnTx/>
                <a:uFillTx/>
                <a:latin typeface="Calibri" panose="020F0502020204030204" pitchFamily="34" charset="0"/>
                <a:cs typeface="Calibri" panose="020F0502020204030204" pitchFamily="34" charset="0"/>
                <a:sym typeface="Arial" panose="020B0604020202090204"/>
              </a:endParaRPr>
            </a:p>
          </p:txBody>
        </p:sp>
      </p:grpSp>
      <p:sp>
        <p:nvSpPr>
          <p:cNvPr id="8" name="Google Shape;1403;p44"/>
          <p:cNvSpPr txBox="1"/>
          <p:nvPr/>
        </p:nvSpPr>
        <p:spPr>
          <a:xfrm>
            <a:off x="389396" y="645473"/>
            <a:ext cx="11181600" cy="579664"/>
          </a:xfrm>
          <a:prstGeom prst="rect">
            <a:avLst/>
          </a:prstGeom>
          <a:noFill/>
          <a:ln>
            <a:noFill/>
          </a:ln>
        </p:spPr>
        <p:txBody>
          <a:bodyPr spcFirstLastPara="1" wrap="square" lIns="91425" tIns="45700" rIns="91425" bIns="45700" anchor="t" anchorCtr="0">
            <a:noAutofit/>
          </a:bodyPr>
          <a:lstStyle>
            <a:defPPr>
              <a:defRPr lang="en-US"/>
            </a:defPPr>
            <a:lvl1pPr marR="0" lvl="0" indent="0" fontAlgn="auto">
              <a:lnSpc>
                <a:spcPct val="100000"/>
              </a:lnSpc>
              <a:spcBef>
                <a:spcPts val="0"/>
              </a:spcBef>
              <a:spcAft>
                <a:spcPts val="0"/>
              </a:spcAft>
              <a:buClr>
                <a:srgbClr val="FF9E16"/>
              </a:buClr>
              <a:buSzPts val="4000"/>
              <a:buFont typeface="Arial" panose="020B0604020202090204" pitchFamily="34" charset="0"/>
              <a:buNone/>
              <a:defRPr kumimoji="0" sz="3000" b="0" i="0" u="none" strike="noStrike" kern="0" cap="none" spc="0" normalizeH="0" baseline="0">
                <a:ln>
                  <a:noFill/>
                </a:ln>
                <a:solidFill>
                  <a:srgbClr val="FF9E16"/>
                </a:solidFill>
                <a:effectLst/>
                <a:uLnTx/>
                <a:uFillTx/>
                <a:latin typeface="Calibri Light" panose="020F0302020204030204" pitchFamily="34" charset="0"/>
                <a:ea typeface="宋体" pitchFamily="2" charset="-122"/>
                <a:cs typeface="Calibri Light" panose="020F0302020204030204" pitchFamily="34" charset="0"/>
              </a:defRPr>
            </a:lvl1pPr>
          </a:lstStyle>
          <a:p>
            <a:r>
              <a:rPr lang="en-US" altLang="zh-CN" dirty="0">
                <a:sym typeface="Arial" panose="020B0604020202090204"/>
              </a:rPr>
              <a:t>From Transparency to Accountability: Policy Implications</a:t>
            </a:r>
            <a:endParaRPr lang="en-US" altLang="zh-CN" dirty="0">
              <a:sym typeface="Arial" panose="020B0604020202090204"/>
            </a:endParaRPr>
          </a:p>
        </p:txBody>
      </p:sp>
      <p:sp>
        <p:nvSpPr>
          <p:cNvPr id="49" name="Google Shape;757;p4"/>
          <p:cNvSpPr/>
          <p:nvPr/>
        </p:nvSpPr>
        <p:spPr>
          <a:xfrm>
            <a:off x="136490" y="675279"/>
            <a:ext cx="11857355" cy="0"/>
          </a:xfrm>
          <a:custGeom>
            <a:avLst/>
            <a:gdLst/>
            <a:ahLst/>
            <a:cxnLst/>
            <a:rect l="l" t="t" r="r" b="b"/>
            <a:pathLst>
              <a:path w="11857355" h="120000" extrusionOk="0">
                <a:moveTo>
                  <a:pt x="0" y="0"/>
                </a:moveTo>
                <a:lnTo>
                  <a:pt x="11856974" y="0"/>
                </a:lnTo>
              </a:path>
            </a:pathLst>
          </a:custGeom>
          <a:noFill/>
          <a:ln w="19800" cap="flat" cmpd="sng">
            <a:solidFill>
              <a:schemeClr val="accen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pitchFamily="34" charset="0"/>
              <a:ea typeface="Arial" panose="020B0604020202090204"/>
              <a:cs typeface="Calibri" panose="020F0502020204030204" pitchFamily="34" charset="0"/>
              <a:sym typeface="Arial" panose="020B0604020202090204"/>
            </a:endParaRPr>
          </a:p>
        </p:txBody>
      </p:sp>
      <p:sp>
        <p:nvSpPr>
          <p:cNvPr id="10" name="Text Box 9"/>
          <p:cNvSpPr txBox="1"/>
          <p:nvPr/>
        </p:nvSpPr>
        <p:spPr>
          <a:xfrm>
            <a:off x="499110" y="1281430"/>
            <a:ext cx="11339195" cy="5323205"/>
          </a:xfrm>
          <a:prstGeom prst="rect">
            <a:avLst/>
          </a:prstGeom>
        </p:spPr>
        <p:txBody>
          <a:bodyPr wrap="square">
            <a:spAutoFit/>
          </a:bodyPr>
          <a:p>
            <a:pPr marL="285750" indent="-285750">
              <a:buFont typeface="Arial" panose="020B0604020202090204" pitchFamily="34" charset="0"/>
              <a:buChar char="•"/>
            </a:pPr>
            <a:r>
              <a:rPr sz="2000" b="1"/>
              <a:t>Targeted Conflict-of-Interest Auditing</a:t>
            </a:r>
            <a:r>
              <a:rPr sz="2000"/>
              <a:t>:</a:t>
            </a:r>
            <a:endParaRPr sz="2000"/>
          </a:p>
          <a:p>
            <a:pPr marL="742950" lvl="1" indent="-285750">
              <a:buFont typeface="Arial" panose="020B0604020202090204"/>
              <a:buChar char="•"/>
            </a:pPr>
            <a:r>
              <a:rPr sz="2000"/>
              <a:t>Shift oversight focus toward the </a:t>
            </a:r>
            <a:r>
              <a:rPr sz="2000" b="1"/>
              <a:t>Top 1% of recipients</a:t>
            </a:r>
            <a:r>
              <a:rPr sz="2000"/>
              <a:t> who control </a:t>
            </a:r>
            <a:r>
              <a:rPr sz="2000" b="1"/>
              <a:t>66.0%</a:t>
            </a:r>
            <a:r>
              <a:rPr sz="2000"/>
              <a:t> of total funds.</a:t>
            </a:r>
            <a:endParaRPr sz="2000"/>
          </a:p>
          <a:p>
            <a:pPr marL="742950" lvl="1" indent="-285750">
              <a:buFont typeface="Arial" panose="020B0604020202090204"/>
              <a:buChar char="•"/>
            </a:pPr>
            <a:r>
              <a:rPr sz="2000"/>
              <a:t>Priority should be given to auditing high-value </a:t>
            </a:r>
            <a:r>
              <a:rPr sz="2000" b="1"/>
              <a:t>Royalty and Licensing</a:t>
            </a:r>
            <a:r>
              <a:rPr sz="2000"/>
              <a:t> agreements which drive systemic inequality.</a:t>
            </a:r>
            <a:endParaRPr sz="2000"/>
          </a:p>
          <a:p>
            <a:pPr marL="285750" indent="-285750">
              <a:buFont typeface="Arial" panose="020B0604020202090204" pitchFamily="34" charset="0"/>
              <a:buChar char="•"/>
            </a:pPr>
            <a:r>
              <a:rPr sz="2000" b="1"/>
              <a:t>Specialty-Specific Oversight</a:t>
            </a:r>
            <a:r>
              <a:rPr sz="2000"/>
              <a:t>:</a:t>
            </a:r>
            <a:endParaRPr sz="2000"/>
          </a:p>
          <a:p>
            <a:pPr marL="742950" lvl="1" indent="-285750">
              <a:buFont typeface="Arial" panose="020B0604020202090204"/>
              <a:buChar char="•"/>
            </a:pPr>
            <a:r>
              <a:rPr sz="2000"/>
              <a:t>Implement tailored transparency mandates for device-intensive fields like </a:t>
            </a:r>
            <a:r>
              <a:rPr sz="2000" b="1"/>
              <a:t>Orthopaedic Surgery</a:t>
            </a:r>
            <a:r>
              <a:rPr sz="2000"/>
              <a:t>.</a:t>
            </a:r>
            <a:endParaRPr sz="2000"/>
          </a:p>
          <a:p>
            <a:pPr marL="742950" lvl="1" indent="-285750">
              <a:buFont typeface="Arial" panose="020B0604020202090204"/>
              <a:buChar char="•"/>
            </a:pPr>
            <a:r>
              <a:rPr sz="2000"/>
              <a:t>Distinguish between routine marketing (food/travel) and high-stakes technical bonding (consulting/royalties).</a:t>
            </a:r>
            <a:endParaRPr sz="2000"/>
          </a:p>
          <a:p>
            <a:pPr marL="285750" indent="-285750">
              <a:buFont typeface="Arial" panose="020B0604020202090204" pitchFamily="34" charset="0"/>
              <a:buChar char="•"/>
            </a:pPr>
            <a:r>
              <a:rPr sz="2000" b="1"/>
              <a:t>Addressing Geographic Equity</a:t>
            </a:r>
            <a:r>
              <a:rPr sz="2000"/>
              <a:t>:</a:t>
            </a:r>
            <a:endParaRPr sz="2000"/>
          </a:p>
          <a:p>
            <a:pPr marL="742950" lvl="1" indent="-285750">
              <a:buFont typeface="Arial" panose="020B0604020202090204"/>
              <a:buChar char="•"/>
            </a:pPr>
            <a:r>
              <a:rPr sz="2000"/>
              <a:t>Develop incentives or grants to encourage industry investment and clinical research in </a:t>
            </a:r>
            <a:r>
              <a:rPr sz="2000" b="1"/>
              <a:t>low-income "Resource Deserts"</a:t>
            </a:r>
            <a:r>
              <a:rPr sz="2000"/>
              <a:t>.</a:t>
            </a:r>
            <a:endParaRPr sz="2000"/>
          </a:p>
          <a:p>
            <a:pPr marL="742950" lvl="1" indent="-285750">
              <a:buFont typeface="Arial" panose="020B0604020202090204"/>
              <a:buChar char="•"/>
            </a:pPr>
            <a:r>
              <a:rPr sz="2000"/>
              <a:t>Supplement federal data with localized transparency initiatives in "High-Intensity" zones like </a:t>
            </a:r>
            <a:r>
              <a:rPr sz="2000" b="1"/>
              <a:t>PA and MA</a:t>
            </a:r>
            <a:r>
              <a:rPr sz="2000"/>
              <a:t>.</a:t>
            </a:r>
            <a:endParaRPr sz="2000"/>
          </a:p>
          <a:p>
            <a:pPr marL="285750" indent="-285750">
              <a:buFont typeface="Arial" panose="020B0604020202090204" pitchFamily="34" charset="0"/>
              <a:buChar char="•"/>
            </a:pPr>
            <a:r>
              <a:rPr sz="2000" b="1"/>
              <a:t>Empowering Public Scrutiny</a:t>
            </a:r>
            <a:r>
              <a:rPr sz="2000"/>
              <a:t>:</a:t>
            </a:r>
            <a:endParaRPr sz="2000"/>
          </a:p>
          <a:p>
            <a:pPr marL="742950" lvl="1" indent="-285750">
              <a:buFont typeface="Arial" panose="020B0604020202090204"/>
              <a:buChar char="•"/>
            </a:pPr>
            <a:r>
              <a:rPr sz="2000"/>
              <a:t>Maintain and scale interactive dashboard tools to allow patients and researchers to visualize financial ties in real-time.</a:t>
            </a:r>
            <a:endParaRPr sz="200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64"/>
        <p:cNvGrpSpPr/>
        <p:nvPr/>
      </p:nvGrpSpPr>
      <p:grpSpPr>
        <a:xfrm>
          <a:off x="0" y="0"/>
          <a:ext cx="0" cy="0"/>
          <a:chOff x="0" y="0"/>
          <a:chExt cx="0" cy="0"/>
        </a:xfrm>
      </p:grpSpPr>
    </p:spTree>
  </p:cSld>
  <p:clrMapOvr>
    <a:masterClrMapping/>
  </p:clrMapOvr>
  <p:transition>
    <p:fade/>
  </p:transition>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THINKCELLSHAPEDONOTDELETE" val="thinkcellActiveDocDoNotDelete"/>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heme/theme1.xml><?xml version="1.0" encoding="utf-8"?>
<a:theme xmlns:a="http://schemas.openxmlformats.org/drawingml/2006/main" name="Veeva Template (external)">
  <a:themeElements>
    <a:clrScheme name="Veeva Palette 2023">
      <a:dk1>
        <a:srgbClr val="636569"/>
      </a:dk1>
      <a:lt1>
        <a:srgbClr val="FFFFFF"/>
      </a:lt1>
      <a:dk2>
        <a:srgbClr val="FF9E16"/>
      </a:dk2>
      <a:lt2>
        <a:srgbClr val="E7E6E6"/>
      </a:lt2>
      <a:accent1>
        <a:srgbClr val="FDB913"/>
      </a:accent1>
      <a:accent2>
        <a:srgbClr val="898A8D"/>
      </a:accent2>
      <a:accent3>
        <a:srgbClr val="1A76A3"/>
      </a:accent3>
      <a:accent4>
        <a:srgbClr val="00B6B9"/>
      </a:accent4>
      <a:accent5>
        <a:srgbClr val="DB6015"/>
      </a:accent5>
      <a:accent6>
        <a:srgbClr val="61B4E4"/>
      </a:accent6>
      <a:hlink>
        <a:srgbClr val="FF9E16"/>
      </a:hlink>
      <a:folHlink>
        <a:srgbClr val="B4B4B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Veeva Template (external)">
  <a:themeElements>
    <a:clrScheme name="Veeva template colors">
      <a:dk1>
        <a:srgbClr val="646569"/>
      </a:dk1>
      <a:lt1>
        <a:srgbClr val="FFFFFF"/>
      </a:lt1>
      <a:dk2>
        <a:srgbClr val="FF9E16"/>
      </a:dk2>
      <a:lt2>
        <a:srgbClr val="E7E6E6"/>
      </a:lt2>
      <a:accent1>
        <a:srgbClr val="FF9E16"/>
      </a:accent1>
      <a:accent2>
        <a:srgbClr val="8B8C8E"/>
      </a:accent2>
      <a:accent3>
        <a:srgbClr val="4F86A0"/>
      </a:accent3>
      <a:accent4>
        <a:srgbClr val="63A70A"/>
      </a:accent4>
      <a:accent5>
        <a:srgbClr val="DD5F13"/>
      </a:accent5>
      <a:accent6>
        <a:srgbClr val="61B4E4"/>
      </a:accent6>
      <a:hlink>
        <a:srgbClr val="FF9E16"/>
      </a:hlink>
      <a:folHlink>
        <a:srgbClr val="B4B4B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7525</Words>
  <Application>WPS Spreadsheets</Application>
  <PresentationFormat>Widescreen</PresentationFormat>
  <Paragraphs>173</Paragraphs>
  <Slides>14</Slides>
  <Notes>16</Notes>
  <HiddenSlides>1</HiddenSlides>
  <MMClips>0</MMClips>
  <ScaleCrop>false</ScaleCrop>
  <HeadingPairs>
    <vt:vector size="8" baseType="variant">
      <vt:variant>
        <vt:lpstr>已用的字体</vt:lpstr>
      </vt:variant>
      <vt:variant>
        <vt:i4>29</vt:i4>
      </vt:variant>
      <vt:variant>
        <vt:lpstr>主题</vt:lpstr>
      </vt:variant>
      <vt:variant>
        <vt:i4>2</vt:i4>
      </vt:variant>
      <vt:variant>
        <vt:lpstr>嵌入 OLE 服务器</vt:lpstr>
      </vt:variant>
      <vt:variant>
        <vt:i4>2</vt:i4>
      </vt:variant>
      <vt:variant>
        <vt:lpstr>幻灯片标题</vt:lpstr>
      </vt:variant>
      <vt:variant>
        <vt:i4>14</vt:i4>
      </vt:variant>
    </vt:vector>
  </HeadingPairs>
  <TitlesOfParts>
    <vt:vector size="47" baseType="lpstr">
      <vt:lpstr>Arial</vt:lpstr>
      <vt:lpstr>宋体</vt:lpstr>
      <vt:lpstr>Wingdings</vt:lpstr>
      <vt:lpstr>Calibri</vt:lpstr>
      <vt:lpstr>Helvetica Neue</vt:lpstr>
      <vt:lpstr>Arial</vt:lpstr>
      <vt:lpstr>Calibri Light</vt:lpstr>
      <vt:lpstr>Calibri</vt:lpstr>
      <vt:lpstr>MS PGothic</vt:lpstr>
      <vt:lpstr>苹方-简</vt:lpstr>
      <vt:lpstr>Lato</vt:lpstr>
      <vt:lpstr>Microsoft YaHei UI Light</vt:lpstr>
      <vt:lpstr>Open Sans SemiBold</vt:lpstr>
      <vt:lpstr>EMprint</vt:lpstr>
      <vt:lpstr>Aptos</vt:lpstr>
      <vt:lpstr>Helvetica Light</vt:lpstr>
      <vt:lpstr>Calibri Light</vt:lpstr>
      <vt:lpstr>Times New Roman</vt:lpstr>
      <vt:lpstr>微软雅黑</vt:lpstr>
      <vt:lpstr>汉仪旗黑</vt:lpstr>
      <vt:lpstr>宋体</vt:lpstr>
      <vt:lpstr>Arial Unicode MS</vt:lpstr>
      <vt:lpstr>冬青黑体简体中文</vt:lpstr>
      <vt:lpstr>汉仪书宋二KW</vt:lpstr>
      <vt:lpstr>Thonburi</vt:lpstr>
      <vt:lpstr>Arial Bold</vt:lpstr>
      <vt:lpstr>等线</vt:lpstr>
      <vt:lpstr>汉仪中等线KW</vt:lpstr>
      <vt:lpstr>Aptos</vt:lpstr>
      <vt:lpstr>Veeva Template (external)</vt:lpstr>
      <vt:lpstr>1_Veeva Template (external)</vt:lpstr>
      <vt:lpstr>TCLayout.ActiveDocument.1</vt:lpstr>
      <vt:lpstr>TCLayout.ActiveDocument.1</vt:lpstr>
      <vt:lpstr>Money in Medicine: Structural and Geographic Concentration of Industry Payments (2023)</vt:lpstr>
      <vt:lpstr>Agenda</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Bonnie Li</dc:creator>
  <cp:lastModifiedBy>水心</cp:lastModifiedBy>
  <cp:revision>30</cp:revision>
  <dcterms:created xsi:type="dcterms:W3CDTF">2026-03-01T04:35:47Z</dcterms:created>
  <dcterms:modified xsi:type="dcterms:W3CDTF">2026-03-01T04:35:47Z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08A8625BF73DEB71ACACA369E33806BD_43</vt:lpwstr>
  </property>
  <property fmtid="{D5CDD505-2E9C-101B-9397-08002B2CF9AE}" pid="3" name="KSOProductBuildVer">
    <vt:lpwstr>1033-6.10.1.8873</vt:lpwstr>
  </property>
</Properties>
</file>